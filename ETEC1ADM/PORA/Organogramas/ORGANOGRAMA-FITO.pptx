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3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BR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BR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BR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0AB10625-FB5A-40C1-A20A-5BBFE24F2C37}" type="slidenum">
              <a:t>‹nº›</a:t>
            </a:fld>
            <a:endParaRPr lang="pt-BR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43379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pt-BR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pt-BR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pt-BR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pt-BR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E3A44D91-4D76-469D-90E7-E0BE374F3970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377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pt-BR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5EA5D5B-944D-428B-8D02-E267F9761DD9}" type="slidenum">
              <a:t>1</a:t>
            </a:fld>
            <a:endParaRPr lang="pt-BR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E056ECF-7D1A-400E-AEC1-DEF2DA160B31}" type="slidenum">
              <a:t>2</a:t>
            </a:fld>
            <a:endParaRPr lang="pt-BR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8528C7B-16F1-471A-8A1F-EB7293FE944F}" type="slidenum">
              <a:t>3</a:t>
            </a:fld>
            <a:endParaRPr lang="pt-BR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4546987-350C-47D6-A771-C16553549D05}" type="slidenum">
              <a:t>4</a:t>
            </a:fld>
            <a:endParaRPr lang="pt-BR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502D758-09CE-4279-A6B1-9E3C403D83EA}" type="slidenum">
              <a:t>5</a:t>
            </a:fld>
            <a:endParaRPr lang="pt-BR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6D01D3B-7237-43DD-B1A4-10C180EE426B}" type="slidenum">
              <a:t>6</a:t>
            </a:fld>
            <a:endParaRPr lang="pt-BR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F7CD74E-BD25-4F35-88D4-B4BD69B35872}" type="slidenum">
              <a:t>7</a:t>
            </a:fld>
            <a:endParaRPr lang="pt-BR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4841763-2F75-46E2-B349-49D255DD1AA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46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9E2A5E8-1790-4E81-8B0F-2AAD9A78451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46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A1B952E-CE5C-4FD0-80F8-158E7DD0438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171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C079F28-F0FE-4413-931B-31912F684C0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5284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DEA6DF-B256-4617-BFDC-4B6A72570965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324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697718C-9F98-46EE-BD5F-76E4E4ED0109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FCE0EA3-AD70-4AEB-9BD6-863014A6311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6269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B8AC681-1711-40B3-B055-2450F871DB8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811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5000D4-C4D9-4338-A40F-9A535D370DF1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916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E08B703-3DDE-4CD7-B27C-3C82419EA758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58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C83C482-4B26-44A2-8935-38A31282312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29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pt-BR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03999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pt-BR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pt-BR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pt-BR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ABA74AA4-6080-4268-949F-D8BC9BC46BB7}" type="slidenum"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pt-BR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pt-BR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432000" y="503999"/>
            <a:ext cx="9071640" cy="946440"/>
          </a:xfrm>
        </p:spPr>
        <p:txBody>
          <a:bodyPr vert="horz"/>
          <a:lstStyle/>
          <a:p>
            <a:pPr lvl="0"/>
            <a:r>
              <a:rPr lang="pt-BR"/>
              <a:t>Aluno: Kawã Fernandes S. Moreira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432000" y="1616987"/>
            <a:ext cx="9071640" cy="5013720"/>
          </a:xfrm>
        </p:spPr>
        <p:txBody>
          <a:bodyPr vert="horz" anchor="ctr"/>
          <a:lstStyle/>
          <a:p>
            <a:pPr lvl="0" algn="ctr"/>
            <a:endParaRPr lang="pt-BR" dirty="0"/>
          </a:p>
          <a:p>
            <a:pPr lvl="0" algn="ctr"/>
            <a:r>
              <a:rPr lang="pt-BR" dirty="0"/>
              <a:t>Turma: 1º ADM</a:t>
            </a:r>
          </a:p>
          <a:p>
            <a:pPr lvl="0" algn="ctr"/>
            <a:r>
              <a:rPr lang="pt-BR" dirty="0"/>
              <a:t>Disciplina: PORA</a:t>
            </a:r>
          </a:p>
          <a:p>
            <a:pPr lvl="0" algn="ctr"/>
            <a:r>
              <a:rPr lang="pt-BR" dirty="0"/>
              <a:t>Professor: </a:t>
            </a:r>
            <a:r>
              <a:rPr lang="pt-BR" dirty="0" err="1"/>
              <a:t>Luis</a:t>
            </a:r>
            <a:r>
              <a:rPr lang="pt-BR" dirty="0"/>
              <a:t> Rogério Barros</a:t>
            </a:r>
          </a:p>
          <a:p>
            <a:pPr lvl="0" algn="ctr"/>
            <a:endParaRPr lang="pt-BR" dirty="0"/>
          </a:p>
          <a:p>
            <a:pPr lvl="0" algn="ctr"/>
            <a:r>
              <a:rPr lang="pt-BR" dirty="0"/>
              <a:t>Organograma da empresa: FITO (Fundação Instituto Tecnológico de Osasco)</a:t>
            </a:r>
          </a:p>
          <a:p>
            <a:pPr lvl="0" algn="ctr"/>
            <a:endParaRPr lang="pt-BR" dirty="0"/>
          </a:p>
          <a:p>
            <a:pPr lvl="0" algn="ctr"/>
            <a:endParaRPr lang="pt-BR" dirty="0"/>
          </a:p>
          <a:p>
            <a:pPr lvl="0" algn="ctr"/>
            <a:endParaRPr lang="pt-BR" dirty="0"/>
          </a:p>
          <a:p>
            <a:pPr lvl="0" algn="ctr"/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pt-BR"/>
              <a:t> 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-287640" y="5216400"/>
            <a:ext cx="9071640" cy="3288239"/>
          </a:xfrm>
        </p:spPr>
        <p:txBody>
          <a:bodyPr vert="horz"/>
          <a:lstStyle/>
          <a:p>
            <a:pPr lvl="0">
              <a:buSzPct val="45000"/>
              <a:buFont typeface="StarSymbol"/>
              <a:buChar char="●"/>
            </a:pPr>
            <a:r>
              <a:rPr lang="pt-BR"/>
              <a:t>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10680" y="13680"/>
            <a:ext cx="9510480" cy="56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pt-BR" sz="2400"/>
              <a:t>A) Como os diferentes departamentos se relacionam entre si?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68000" y="1326600"/>
            <a:ext cx="9071640" cy="3288239"/>
          </a:xfrm>
        </p:spPr>
        <p:txBody>
          <a:bodyPr vert="horz"/>
          <a:lstStyle/>
          <a:p>
            <a:pPr lvl="0">
              <a:buSzPct val="45000"/>
              <a:buFont typeface="StarSymbol"/>
              <a:buChar char="●"/>
            </a:pPr>
            <a:r>
              <a:rPr lang="pt-BR" sz="2600"/>
              <a:t>As diretorias (departamentos) de pedagogia e administração são de igual valor na empresa – ambos subordinados pelo presidente – porém não necessariamente interagem entre si.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BR" sz="2600"/>
              <a:t>Cada diretoria (departamento) cuida de seus assuntos, necessários para o funcionamento da empresa. A diretoria administrativa cuida da empresa no sentido organizacional, já a diretoria pedagógica cuida da educação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pt-BR" sz="2400"/>
              <a:t>B) Quais são os cargos mais importantes na hierarquia da empresa?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>
              <a:buSzPct val="45000"/>
              <a:buFont typeface="StarSymbol"/>
              <a:buChar char="●"/>
            </a:pPr>
            <a:r>
              <a:rPr lang="pt-BR"/>
              <a:t>Os cargos mais importantes na empresa são o Presidente e os diretores (pedagógico e administrativo).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pt-BR" sz="2400"/>
              <a:t>C) Como é distribuída a autoridade e a responsabilidade na empresa?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>
              <a:buSzPct val="45000"/>
              <a:buFont typeface="StarSymbol"/>
              <a:buChar char="●"/>
            </a:pPr>
            <a:r>
              <a:rPr lang="pt-BR" sz="2600"/>
              <a:t>O cargo mais importante da empresa é o presidente, responsável pela empresa.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BR" sz="2600"/>
              <a:t>Logo após estão os diretores, responsáveis pelas áreas pedagógica e administrativa.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pt-BR" sz="2400"/>
              <a:t>D) Existem áreas ou cargos que parecem estar faltando no organograma?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pPr lvl="0">
              <a:buSzPct val="45000"/>
              <a:buFont typeface="StarSymbol"/>
              <a:buChar char="●"/>
            </a:pPr>
            <a:r>
              <a:rPr lang="pt-BR" sz="2600"/>
              <a:t>Sim, parecem.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BR" sz="2600"/>
              <a:t>Por se tratar de uma empresa educacional, há uma diretoria (departamento) apenas para pedagogia, porém o resto da empresa parece “simplificado” e “encaixado” dentro da diretoria administrativa.</a:t>
            </a:r>
          </a:p>
          <a:p>
            <a:pPr lvl="0">
              <a:buSzPct val="45000"/>
              <a:buFont typeface="StarSymbol"/>
              <a:buChar char="●"/>
            </a:pPr>
            <a:r>
              <a:rPr lang="pt-BR" sz="2600"/>
              <a:t>Com isso, digo que parece que um setor de R.H. e finanças são meramente encaixados na diretoria administrativa, como se não tivessem importante valor na empresa.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endParaRPr lang="pt-BR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268</Words>
  <Application>Microsoft Office PowerPoint</Application>
  <PresentationFormat>Personalizar</PresentationFormat>
  <Paragraphs>30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Liberation Sans</vt:lpstr>
      <vt:lpstr>Liberation Serif</vt:lpstr>
      <vt:lpstr>StarSymbol</vt:lpstr>
      <vt:lpstr>Default</vt:lpstr>
      <vt:lpstr>Aluno: Kawã Fernandes S. Moreira</vt:lpstr>
      <vt:lpstr> </vt:lpstr>
      <vt:lpstr>A) Como os diferentes departamentos se relacionam entre si?</vt:lpstr>
      <vt:lpstr>B) Quais são os cargos mais importantes na hierarquia da empresa?</vt:lpstr>
      <vt:lpstr>C) Como é distribuída a autoridade e a responsabilidade na empresa?</vt:lpstr>
      <vt:lpstr>D) Existem áreas ou cargos que parecem estar faltando no organograma?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Aluno: Kawã Fernandes S. Moreira</dc:title>
  <dc:creator>Kawã_Lucas</dc:creator>
  <cp:lastModifiedBy>Kawã_Lucas</cp:lastModifiedBy>
  <cp:revision>2</cp:revision>
  <dcterms:created xsi:type="dcterms:W3CDTF">2023-05-02T16:58:52Z</dcterms:created>
  <dcterms:modified xsi:type="dcterms:W3CDTF">2026-10-04T21:47:03Z</dcterms:modified>
</cp:coreProperties>
</file>