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2"/>
  </p:notesMasterIdLst>
  <p:sldIdLst>
    <p:sldId id="256" r:id="rId2"/>
    <p:sldId id="270" r:id="rId3"/>
    <p:sldId id="259" r:id="rId4"/>
    <p:sldId id="261" r:id="rId5"/>
    <p:sldId id="264" r:id="rId6"/>
    <p:sldId id="268" r:id="rId7"/>
    <p:sldId id="286" r:id="rId8"/>
    <p:sldId id="287" r:id="rId9"/>
    <p:sldId id="288" r:id="rId10"/>
    <p:sldId id="281" r:id="rId11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3"/>
    </p:embeddedFont>
    <p:embeddedFont>
      <p:font typeface="Assistant" pitchFamily="2" charset="-79"/>
      <p:regular r:id="rId14"/>
      <p:bold r:id="rId15"/>
    </p:embeddedFont>
    <p:embeddedFont>
      <p:font typeface="Baskerville Old Face" panose="02020602080505020303" pitchFamily="18" charset="0"/>
      <p:regular r:id="rId16"/>
    </p:embeddedFont>
    <p:embeddedFont>
      <p:font typeface="Croissant One" panose="020B0604020202020204" charset="0"/>
      <p:regular r:id="rId17"/>
    </p:embeddedFont>
    <p:embeddedFont>
      <p:font typeface="Fontdiner Swanky" panose="020B0604020202020204" charset="0"/>
      <p:regular r:id="rId18"/>
    </p:embeddedFont>
    <p:embeddedFont>
      <p:font typeface="Stoke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3AB49B-9DFD-4F76-8F6E-C041069D6513}">
  <a:tblStyle styleId="{483AB49B-9DFD-4F76-8F6E-C041069D65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4757fae48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4757fae48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f4956232d0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f4956232d0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36c36261d8_0_3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36c36261d8_0_3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36c36261d8_0_29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36c36261d8_0_29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36c36261d8_0_3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36c36261d8_0_3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36c36261d8_0_2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36c36261d8_0_2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136c36261d8_0_4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136c36261d8_0_4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36c36261d8_0_3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36c36261d8_0_3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06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36c36261d8_0_3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36c36261d8_0_3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7389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136c36261d8_0_3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136c36261d8_0_3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61175" y="871750"/>
            <a:ext cx="4602000" cy="31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61175" y="4077150"/>
            <a:ext cx="46020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accent4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ssistant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 rot="-5400000" flipH="1">
            <a:off x="7362039" y="3368851"/>
            <a:ext cx="2137462" cy="1464022"/>
          </a:xfrm>
          <a:custGeom>
            <a:avLst/>
            <a:gdLst/>
            <a:ahLst/>
            <a:cxnLst/>
            <a:rect l="l" t="t" r="r" b="b"/>
            <a:pathLst>
              <a:path w="285090" h="195268" extrusionOk="0">
                <a:moveTo>
                  <a:pt x="285089" y="0"/>
                </a:moveTo>
                <a:lnTo>
                  <a:pt x="285089" y="1156"/>
                </a:lnTo>
                <a:cubicBezTo>
                  <a:pt x="277678" y="6627"/>
                  <a:pt x="268224" y="13604"/>
                  <a:pt x="257200" y="21655"/>
                </a:cubicBezTo>
                <a:lnTo>
                  <a:pt x="243781" y="97087"/>
                </a:lnTo>
                <a:cubicBezTo>
                  <a:pt x="254330" y="102227"/>
                  <a:pt x="268595" y="95683"/>
                  <a:pt x="269916" y="95064"/>
                </a:cubicBezTo>
                <a:lnTo>
                  <a:pt x="285089" y="72789"/>
                </a:lnTo>
                <a:lnTo>
                  <a:pt x="285089" y="74420"/>
                </a:lnTo>
                <a:lnTo>
                  <a:pt x="270742" y="95456"/>
                </a:lnTo>
                <a:cubicBezTo>
                  <a:pt x="273612" y="101897"/>
                  <a:pt x="279227" y="110691"/>
                  <a:pt x="285089" y="119176"/>
                </a:cubicBezTo>
                <a:lnTo>
                  <a:pt x="285089" y="120786"/>
                </a:lnTo>
                <a:cubicBezTo>
                  <a:pt x="279082" y="112157"/>
                  <a:pt x="273219" y="103053"/>
                  <a:pt x="270143" y="96344"/>
                </a:cubicBezTo>
                <a:lnTo>
                  <a:pt x="255218" y="118267"/>
                </a:lnTo>
                <a:cubicBezTo>
                  <a:pt x="263083" y="123985"/>
                  <a:pt x="276357" y="125492"/>
                  <a:pt x="277761" y="125637"/>
                </a:cubicBezTo>
                <a:lnTo>
                  <a:pt x="285089" y="121921"/>
                </a:lnTo>
                <a:lnTo>
                  <a:pt x="285089" y="122953"/>
                </a:lnTo>
                <a:lnTo>
                  <a:pt x="278194" y="126463"/>
                </a:lnTo>
                <a:cubicBezTo>
                  <a:pt x="271547" y="138601"/>
                  <a:pt x="279536" y="164612"/>
                  <a:pt x="280300" y="167048"/>
                </a:cubicBezTo>
                <a:lnTo>
                  <a:pt x="285089" y="169030"/>
                </a:lnTo>
                <a:lnTo>
                  <a:pt x="285089" y="170041"/>
                </a:lnTo>
                <a:lnTo>
                  <a:pt x="280011" y="167915"/>
                </a:lnTo>
                <a:cubicBezTo>
                  <a:pt x="273901" y="172477"/>
                  <a:pt x="259883" y="188497"/>
                  <a:pt x="258005" y="190664"/>
                </a:cubicBezTo>
                <a:lnTo>
                  <a:pt x="260544" y="195268"/>
                </a:lnTo>
                <a:lnTo>
                  <a:pt x="259491" y="195268"/>
                </a:lnTo>
                <a:lnTo>
                  <a:pt x="257076" y="190891"/>
                </a:lnTo>
                <a:cubicBezTo>
                  <a:pt x="253752" y="187609"/>
                  <a:pt x="248571" y="184554"/>
                  <a:pt x="242687" y="181849"/>
                </a:cubicBezTo>
                <a:cubicBezTo>
                  <a:pt x="235751" y="181788"/>
                  <a:pt x="209389" y="186370"/>
                  <a:pt x="200698" y="187919"/>
                </a:cubicBezTo>
                <a:cubicBezTo>
                  <a:pt x="211990" y="189673"/>
                  <a:pt x="224541" y="192130"/>
                  <a:pt x="233377" y="195268"/>
                </a:cubicBezTo>
                <a:lnTo>
                  <a:pt x="230446" y="195268"/>
                </a:lnTo>
                <a:cubicBezTo>
                  <a:pt x="210772" y="189095"/>
                  <a:pt x="176648" y="185730"/>
                  <a:pt x="174150" y="185483"/>
                </a:cubicBezTo>
                <a:lnTo>
                  <a:pt x="158131" y="195268"/>
                </a:lnTo>
                <a:lnTo>
                  <a:pt x="156355" y="195268"/>
                </a:lnTo>
                <a:lnTo>
                  <a:pt x="173531" y="184781"/>
                </a:lnTo>
                <a:cubicBezTo>
                  <a:pt x="173345" y="183356"/>
                  <a:pt x="172664" y="181664"/>
                  <a:pt x="171652" y="179785"/>
                </a:cubicBezTo>
                <a:lnTo>
                  <a:pt x="171652" y="179785"/>
                </a:lnTo>
                <a:lnTo>
                  <a:pt x="171652" y="179785"/>
                </a:lnTo>
                <a:cubicBezTo>
                  <a:pt x="165748" y="168947"/>
                  <a:pt x="148490" y="152536"/>
                  <a:pt x="146818" y="150967"/>
                </a:cubicBezTo>
                <a:lnTo>
                  <a:pt x="132863" y="151318"/>
                </a:lnTo>
                <a:cubicBezTo>
                  <a:pt x="135485" y="155611"/>
                  <a:pt x="149047" y="178381"/>
                  <a:pt x="153321" y="195268"/>
                </a:cubicBezTo>
                <a:lnTo>
                  <a:pt x="152350" y="195268"/>
                </a:lnTo>
                <a:cubicBezTo>
                  <a:pt x="147829" y="177907"/>
                  <a:pt x="133358" y="153898"/>
                  <a:pt x="131810" y="151338"/>
                </a:cubicBezTo>
                <a:lnTo>
                  <a:pt x="98161" y="152185"/>
                </a:lnTo>
                <a:cubicBezTo>
                  <a:pt x="100659" y="155900"/>
                  <a:pt x="112859" y="174211"/>
                  <a:pt x="124481" y="195268"/>
                </a:cubicBezTo>
                <a:lnTo>
                  <a:pt x="123429" y="195268"/>
                </a:lnTo>
                <a:cubicBezTo>
                  <a:pt x="111228" y="173241"/>
                  <a:pt x="98491" y="154311"/>
                  <a:pt x="97067" y="152226"/>
                </a:cubicBezTo>
                <a:lnTo>
                  <a:pt x="70168" y="152907"/>
                </a:lnTo>
                <a:cubicBezTo>
                  <a:pt x="44941" y="169505"/>
                  <a:pt x="21387" y="184244"/>
                  <a:pt x="1879" y="195268"/>
                </a:cubicBezTo>
                <a:lnTo>
                  <a:pt x="0" y="195268"/>
                </a:lnTo>
                <a:cubicBezTo>
                  <a:pt x="80861" y="149914"/>
                  <a:pt x="233831" y="37943"/>
                  <a:pt x="285089" y="0"/>
                </a:cubicBezTo>
                <a:close/>
                <a:moveTo>
                  <a:pt x="256126" y="22440"/>
                </a:moveTo>
                <a:cubicBezTo>
                  <a:pt x="241634" y="33071"/>
                  <a:pt x="224521" y="45499"/>
                  <a:pt x="205900" y="58876"/>
                </a:cubicBezTo>
                <a:cubicBezTo>
                  <a:pt x="219690" y="73698"/>
                  <a:pt x="241552" y="82801"/>
                  <a:pt x="245144" y="84226"/>
                </a:cubicBezTo>
                <a:close/>
                <a:moveTo>
                  <a:pt x="244979" y="85155"/>
                </a:moveTo>
                <a:cubicBezTo>
                  <a:pt x="241882" y="83937"/>
                  <a:pt x="219277" y="74668"/>
                  <a:pt x="205157" y="59412"/>
                </a:cubicBezTo>
                <a:cubicBezTo>
                  <a:pt x="200760" y="62571"/>
                  <a:pt x="196280" y="65771"/>
                  <a:pt x="191718" y="69032"/>
                </a:cubicBezTo>
                <a:lnTo>
                  <a:pt x="202288" y="88478"/>
                </a:lnTo>
                <a:cubicBezTo>
                  <a:pt x="211887" y="93990"/>
                  <a:pt x="241139" y="89015"/>
                  <a:pt x="244401" y="88437"/>
                </a:cubicBezTo>
                <a:close/>
                <a:moveTo>
                  <a:pt x="244215" y="89387"/>
                </a:moveTo>
                <a:cubicBezTo>
                  <a:pt x="239673" y="90213"/>
                  <a:pt x="213704" y="94506"/>
                  <a:pt x="203051" y="89903"/>
                </a:cubicBezTo>
                <a:lnTo>
                  <a:pt x="207490" y="98098"/>
                </a:lnTo>
                <a:cubicBezTo>
                  <a:pt x="216903" y="106955"/>
                  <a:pt x="236763" y="112136"/>
                  <a:pt x="240045" y="112921"/>
                </a:cubicBezTo>
                <a:close/>
                <a:moveTo>
                  <a:pt x="259842" y="135794"/>
                </a:moveTo>
                <a:lnTo>
                  <a:pt x="248529" y="141533"/>
                </a:lnTo>
                <a:cubicBezTo>
                  <a:pt x="247043" y="145620"/>
                  <a:pt x="250449" y="153588"/>
                  <a:pt x="250986" y="154806"/>
                </a:cubicBezTo>
                <a:lnTo>
                  <a:pt x="267563" y="161722"/>
                </a:lnTo>
                <a:cubicBezTo>
                  <a:pt x="265437" y="157573"/>
                  <a:pt x="258542" y="143349"/>
                  <a:pt x="259842" y="135794"/>
                </a:cubicBezTo>
                <a:close/>
                <a:moveTo>
                  <a:pt x="222044" y="155178"/>
                </a:moveTo>
                <a:lnTo>
                  <a:pt x="232510" y="148799"/>
                </a:lnTo>
                <a:lnTo>
                  <a:pt x="219608" y="149129"/>
                </a:lnTo>
                <a:cubicBezTo>
                  <a:pt x="220784" y="150182"/>
                  <a:pt x="222436" y="152226"/>
                  <a:pt x="222044" y="155178"/>
                </a:cubicBezTo>
                <a:close/>
                <a:moveTo>
                  <a:pt x="247415" y="142090"/>
                </a:moveTo>
                <a:lnTo>
                  <a:pt x="235317" y="148262"/>
                </a:lnTo>
                <a:lnTo>
                  <a:pt x="249768" y="154290"/>
                </a:lnTo>
                <a:cubicBezTo>
                  <a:pt x="248777" y="151896"/>
                  <a:pt x="246610" y="146012"/>
                  <a:pt x="247415" y="142090"/>
                </a:cubicBezTo>
                <a:close/>
                <a:moveTo>
                  <a:pt x="235441" y="138746"/>
                </a:moveTo>
                <a:cubicBezTo>
                  <a:pt x="234223" y="139117"/>
                  <a:pt x="231787" y="139448"/>
                  <a:pt x="229042" y="137817"/>
                </a:cubicBezTo>
                <a:lnTo>
                  <a:pt x="233996" y="146921"/>
                </a:lnTo>
                <a:close/>
                <a:moveTo>
                  <a:pt x="235049" y="146260"/>
                </a:moveTo>
                <a:lnTo>
                  <a:pt x="240933" y="137590"/>
                </a:lnTo>
                <a:cubicBezTo>
                  <a:pt x="240189" y="136908"/>
                  <a:pt x="238311" y="135030"/>
                  <a:pt x="237382" y="133089"/>
                </a:cubicBezTo>
                <a:close/>
                <a:moveTo>
                  <a:pt x="227721" y="137301"/>
                </a:moveTo>
                <a:cubicBezTo>
                  <a:pt x="226833" y="139448"/>
                  <a:pt x="224273" y="144753"/>
                  <a:pt x="219773" y="148200"/>
                </a:cubicBezTo>
                <a:lnTo>
                  <a:pt x="233439" y="147849"/>
                </a:lnTo>
                <a:close/>
                <a:moveTo>
                  <a:pt x="228010" y="135917"/>
                </a:moveTo>
                <a:cubicBezTo>
                  <a:pt x="231560" y="139035"/>
                  <a:pt x="234801" y="138044"/>
                  <a:pt x="235627" y="137713"/>
                </a:cubicBezTo>
                <a:lnTo>
                  <a:pt x="236763" y="131355"/>
                </a:lnTo>
                <a:cubicBezTo>
                  <a:pt x="235049" y="131768"/>
                  <a:pt x="230590" y="132181"/>
                  <a:pt x="223778" y="128114"/>
                </a:cubicBezTo>
                <a:close/>
                <a:moveTo>
                  <a:pt x="236948" y="130344"/>
                </a:moveTo>
                <a:lnTo>
                  <a:pt x="238208" y="123222"/>
                </a:lnTo>
                <a:cubicBezTo>
                  <a:pt x="235627" y="123057"/>
                  <a:pt x="224335" y="121962"/>
                  <a:pt x="217192" y="115976"/>
                </a:cubicBezTo>
                <a:lnTo>
                  <a:pt x="222890" y="126463"/>
                </a:lnTo>
                <a:cubicBezTo>
                  <a:pt x="230941" y="131768"/>
                  <a:pt x="235895" y="130674"/>
                  <a:pt x="236948" y="130344"/>
                </a:cubicBezTo>
                <a:close/>
                <a:moveTo>
                  <a:pt x="237795" y="130757"/>
                </a:moveTo>
                <a:lnTo>
                  <a:pt x="237795" y="130757"/>
                </a:lnTo>
                <a:cubicBezTo>
                  <a:pt x="237464" y="132615"/>
                  <a:pt x="240045" y="135484"/>
                  <a:pt x="241469" y="136826"/>
                </a:cubicBezTo>
                <a:lnTo>
                  <a:pt x="248880" y="125926"/>
                </a:lnTo>
                <a:cubicBezTo>
                  <a:pt x="246816" y="126194"/>
                  <a:pt x="242316" y="126401"/>
                  <a:pt x="239054" y="123696"/>
                </a:cubicBezTo>
                <a:close/>
                <a:moveTo>
                  <a:pt x="241407" y="138560"/>
                </a:moveTo>
                <a:lnTo>
                  <a:pt x="235606" y="147065"/>
                </a:lnTo>
                <a:lnTo>
                  <a:pt x="246733" y="141409"/>
                </a:lnTo>
                <a:cubicBezTo>
                  <a:pt x="245041" y="141058"/>
                  <a:pt x="242336" y="140211"/>
                  <a:pt x="241407" y="138560"/>
                </a:cubicBezTo>
                <a:close/>
                <a:moveTo>
                  <a:pt x="235256" y="149233"/>
                </a:moveTo>
                <a:lnTo>
                  <a:pt x="243802" y="164798"/>
                </a:lnTo>
                <a:cubicBezTo>
                  <a:pt x="244566" y="162527"/>
                  <a:pt x="246589" y="157180"/>
                  <a:pt x="249582" y="155219"/>
                </a:cubicBezTo>
                <a:close/>
                <a:moveTo>
                  <a:pt x="234038" y="148944"/>
                </a:moveTo>
                <a:lnTo>
                  <a:pt x="222766" y="155818"/>
                </a:lnTo>
                <a:cubicBezTo>
                  <a:pt x="226172" y="156272"/>
                  <a:pt x="235359" y="157965"/>
                  <a:pt x="242109" y="163621"/>
                </a:cubicBezTo>
                <a:close/>
                <a:moveTo>
                  <a:pt x="227143" y="136248"/>
                </a:moveTo>
                <a:lnTo>
                  <a:pt x="222622" y="127928"/>
                </a:lnTo>
                <a:cubicBezTo>
                  <a:pt x="221300" y="131335"/>
                  <a:pt x="215974" y="142709"/>
                  <a:pt x="202411" y="148634"/>
                </a:cubicBezTo>
                <a:lnTo>
                  <a:pt x="218121" y="148242"/>
                </a:lnTo>
                <a:cubicBezTo>
                  <a:pt x="223778" y="144629"/>
                  <a:pt x="226688" y="137445"/>
                  <a:pt x="227143" y="136248"/>
                </a:cubicBezTo>
                <a:close/>
                <a:moveTo>
                  <a:pt x="222044" y="126834"/>
                </a:moveTo>
                <a:lnTo>
                  <a:pt x="215334" y="114469"/>
                </a:lnTo>
                <a:cubicBezTo>
                  <a:pt x="212878" y="119196"/>
                  <a:pt x="199707" y="143205"/>
                  <a:pt x="183770" y="149109"/>
                </a:cubicBezTo>
                <a:lnTo>
                  <a:pt x="199769" y="148696"/>
                </a:lnTo>
                <a:cubicBezTo>
                  <a:pt x="216222" y="142709"/>
                  <a:pt x="221466" y="128568"/>
                  <a:pt x="222044" y="126834"/>
                </a:cubicBezTo>
                <a:close/>
                <a:moveTo>
                  <a:pt x="215706" y="113230"/>
                </a:moveTo>
                <a:cubicBezTo>
                  <a:pt x="222209" y="120827"/>
                  <a:pt x="235875" y="122148"/>
                  <a:pt x="238373" y="122313"/>
                </a:cubicBezTo>
                <a:lnTo>
                  <a:pt x="239880" y="113829"/>
                </a:lnTo>
                <a:cubicBezTo>
                  <a:pt x="236907" y="113106"/>
                  <a:pt x="218885" y="108461"/>
                  <a:pt x="208728" y="100369"/>
                </a:cubicBezTo>
                <a:close/>
                <a:moveTo>
                  <a:pt x="239240" y="122623"/>
                </a:moveTo>
                <a:cubicBezTo>
                  <a:pt x="242790" y="126009"/>
                  <a:pt x="248591" y="125080"/>
                  <a:pt x="249603" y="124873"/>
                </a:cubicBezTo>
                <a:lnTo>
                  <a:pt x="253732" y="118825"/>
                </a:lnTo>
                <a:cubicBezTo>
                  <a:pt x="251089" y="118742"/>
                  <a:pt x="243224" y="118226"/>
                  <a:pt x="240623" y="114861"/>
                </a:cubicBezTo>
                <a:close/>
                <a:moveTo>
                  <a:pt x="242027" y="137631"/>
                </a:moveTo>
                <a:cubicBezTo>
                  <a:pt x="242419" y="139551"/>
                  <a:pt x="246382" y="140500"/>
                  <a:pt x="248075" y="140727"/>
                </a:cubicBezTo>
                <a:lnTo>
                  <a:pt x="259429" y="134968"/>
                </a:lnTo>
                <a:cubicBezTo>
                  <a:pt x="257592" y="134080"/>
                  <a:pt x="253422" y="131624"/>
                  <a:pt x="249871" y="126132"/>
                </a:cubicBezTo>
                <a:close/>
                <a:moveTo>
                  <a:pt x="250656" y="155673"/>
                </a:moveTo>
                <a:cubicBezTo>
                  <a:pt x="247167" y="157242"/>
                  <a:pt x="244772" y="164715"/>
                  <a:pt x="244421" y="165913"/>
                </a:cubicBezTo>
                <a:lnTo>
                  <a:pt x="250697" y="177370"/>
                </a:lnTo>
                <a:cubicBezTo>
                  <a:pt x="252555" y="174955"/>
                  <a:pt x="260069" y="165644"/>
                  <a:pt x="267315" y="162610"/>
                </a:cubicBezTo>
                <a:close/>
                <a:moveTo>
                  <a:pt x="243554" y="166243"/>
                </a:moveTo>
                <a:cubicBezTo>
                  <a:pt x="235937" y="158109"/>
                  <a:pt x="222931" y="156726"/>
                  <a:pt x="221486" y="156602"/>
                </a:cubicBezTo>
                <a:lnTo>
                  <a:pt x="216965" y="159369"/>
                </a:lnTo>
                <a:cubicBezTo>
                  <a:pt x="221342" y="161020"/>
                  <a:pt x="240231" y="168369"/>
                  <a:pt x="248715" y="175656"/>
                </a:cubicBezTo>
                <a:close/>
                <a:moveTo>
                  <a:pt x="220970" y="155839"/>
                </a:moveTo>
                <a:cubicBezTo>
                  <a:pt x="222023" y="151792"/>
                  <a:pt x="218761" y="149542"/>
                  <a:pt x="218142" y="149171"/>
                </a:cubicBezTo>
                <a:lnTo>
                  <a:pt x="202535" y="149563"/>
                </a:lnTo>
                <a:cubicBezTo>
                  <a:pt x="206602" y="150987"/>
                  <a:pt x="214178" y="154228"/>
                  <a:pt x="216139" y="158791"/>
                </a:cubicBezTo>
                <a:close/>
                <a:moveTo>
                  <a:pt x="199790" y="149625"/>
                </a:moveTo>
                <a:lnTo>
                  <a:pt x="182160" y="150079"/>
                </a:lnTo>
                <a:cubicBezTo>
                  <a:pt x="187176" y="152453"/>
                  <a:pt x="200677" y="159534"/>
                  <a:pt x="201978" y="167440"/>
                </a:cubicBezTo>
                <a:lnTo>
                  <a:pt x="215334" y="159265"/>
                </a:lnTo>
                <a:cubicBezTo>
                  <a:pt x="213105" y="153650"/>
                  <a:pt x="200781" y="149914"/>
                  <a:pt x="199790" y="149625"/>
                </a:cubicBezTo>
                <a:close/>
                <a:moveTo>
                  <a:pt x="214798" y="113499"/>
                </a:moveTo>
                <a:lnTo>
                  <a:pt x="213683" y="111434"/>
                </a:lnTo>
                <a:cubicBezTo>
                  <a:pt x="195186" y="143184"/>
                  <a:pt x="157656" y="147499"/>
                  <a:pt x="157284" y="147540"/>
                </a:cubicBezTo>
                <a:lnTo>
                  <a:pt x="157264" y="147540"/>
                </a:lnTo>
                <a:cubicBezTo>
                  <a:pt x="155096" y="148428"/>
                  <a:pt x="152846" y="149233"/>
                  <a:pt x="150513" y="149955"/>
                </a:cubicBezTo>
                <a:lnTo>
                  <a:pt x="180096" y="149212"/>
                </a:lnTo>
                <a:cubicBezTo>
                  <a:pt x="197767" y="145847"/>
                  <a:pt x="213415" y="116203"/>
                  <a:pt x="214798" y="113499"/>
                </a:cubicBezTo>
                <a:close/>
                <a:moveTo>
                  <a:pt x="213167" y="110485"/>
                </a:moveTo>
                <a:lnTo>
                  <a:pt x="207159" y="99420"/>
                </a:lnTo>
                <a:cubicBezTo>
                  <a:pt x="204827" y="104622"/>
                  <a:pt x="191202" y="132160"/>
                  <a:pt x="160794" y="146033"/>
                </a:cubicBezTo>
                <a:cubicBezTo>
                  <a:pt x="170682" y="144072"/>
                  <a:pt x="198345" y="136434"/>
                  <a:pt x="213167" y="110485"/>
                </a:cubicBezTo>
                <a:close/>
                <a:moveTo>
                  <a:pt x="268925" y="96509"/>
                </a:moveTo>
                <a:cubicBezTo>
                  <a:pt x="264776" y="98264"/>
                  <a:pt x="253030" y="102454"/>
                  <a:pt x="243616" y="98016"/>
                </a:cubicBezTo>
                <a:lnTo>
                  <a:pt x="240871" y="113437"/>
                </a:lnTo>
                <a:cubicBezTo>
                  <a:pt x="242357" y="117565"/>
                  <a:pt x="252658" y="117875"/>
                  <a:pt x="254351" y="117916"/>
                </a:cubicBezTo>
                <a:close/>
                <a:moveTo>
                  <a:pt x="254702" y="119031"/>
                </a:moveTo>
                <a:lnTo>
                  <a:pt x="250429" y="125286"/>
                </a:lnTo>
                <a:cubicBezTo>
                  <a:pt x="254454" y="131727"/>
                  <a:pt x="259512" y="134039"/>
                  <a:pt x="260482" y="134431"/>
                </a:cubicBezTo>
                <a:lnTo>
                  <a:pt x="276275" y="126401"/>
                </a:lnTo>
                <a:cubicBezTo>
                  <a:pt x="272332" y="125864"/>
                  <a:pt x="261638" y="124068"/>
                  <a:pt x="254702" y="119031"/>
                </a:cubicBezTo>
                <a:close/>
                <a:moveTo>
                  <a:pt x="276832" y="127144"/>
                </a:moveTo>
                <a:lnTo>
                  <a:pt x="260895" y="135236"/>
                </a:lnTo>
                <a:cubicBezTo>
                  <a:pt x="259533" y="140273"/>
                  <a:pt x="263001" y="149584"/>
                  <a:pt x="265808" y="155900"/>
                </a:cubicBezTo>
                <a:cubicBezTo>
                  <a:pt x="269276" y="147168"/>
                  <a:pt x="274540" y="136991"/>
                  <a:pt x="274602" y="136867"/>
                </a:cubicBezTo>
                <a:cubicBezTo>
                  <a:pt x="274623" y="136826"/>
                  <a:pt x="274664" y="136785"/>
                  <a:pt x="274706" y="136743"/>
                </a:cubicBezTo>
                <a:cubicBezTo>
                  <a:pt x="274933" y="133234"/>
                  <a:pt x="275573" y="129931"/>
                  <a:pt x="276832" y="127144"/>
                </a:cubicBezTo>
                <a:close/>
                <a:moveTo>
                  <a:pt x="274623" y="138849"/>
                </a:moveTo>
                <a:cubicBezTo>
                  <a:pt x="272951" y="142172"/>
                  <a:pt x="268987" y="150203"/>
                  <a:pt x="266345" y="157057"/>
                </a:cubicBezTo>
                <a:cubicBezTo>
                  <a:pt x="267584" y="159781"/>
                  <a:pt x="268616" y="161763"/>
                  <a:pt x="268884" y="162279"/>
                </a:cubicBezTo>
                <a:lnTo>
                  <a:pt x="279206" y="166573"/>
                </a:lnTo>
                <a:cubicBezTo>
                  <a:pt x="278091" y="163002"/>
                  <a:pt x="274437" y="150244"/>
                  <a:pt x="274623" y="138849"/>
                </a:cubicBezTo>
                <a:close/>
                <a:moveTo>
                  <a:pt x="257530" y="189818"/>
                </a:moveTo>
                <a:cubicBezTo>
                  <a:pt x="260069" y="186887"/>
                  <a:pt x="272786" y="172415"/>
                  <a:pt x="279020" y="167502"/>
                </a:cubicBezTo>
                <a:lnTo>
                  <a:pt x="268533" y="163126"/>
                </a:lnTo>
                <a:cubicBezTo>
                  <a:pt x="260978" y="165706"/>
                  <a:pt x="252493" y="176544"/>
                  <a:pt x="251192" y="178258"/>
                </a:cubicBezTo>
                <a:close/>
                <a:moveTo>
                  <a:pt x="255755" y="188497"/>
                </a:moveTo>
                <a:lnTo>
                  <a:pt x="250263" y="178485"/>
                </a:lnTo>
                <a:cubicBezTo>
                  <a:pt x="243369" y="170310"/>
                  <a:pt x="218390" y="160876"/>
                  <a:pt x="215954" y="159967"/>
                </a:cubicBezTo>
                <a:lnTo>
                  <a:pt x="202824" y="167998"/>
                </a:lnTo>
                <a:cubicBezTo>
                  <a:pt x="209368" y="169484"/>
                  <a:pt x="242006" y="177287"/>
                  <a:pt x="255755" y="188497"/>
                </a:cubicBezTo>
                <a:close/>
                <a:moveTo>
                  <a:pt x="197890" y="187485"/>
                </a:moveTo>
                <a:cubicBezTo>
                  <a:pt x="200388" y="187031"/>
                  <a:pt x="230177" y="181622"/>
                  <a:pt x="240767" y="180982"/>
                </a:cubicBezTo>
                <a:cubicBezTo>
                  <a:pt x="224438" y="173819"/>
                  <a:pt x="203815" y="169154"/>
                  <a:pt x="201689" y="168679"/>
                </a:cubicBezTo>
                <a:lnTo>
                  <a:pt x="175471" y="184698"/>
                </a:lnTo>
                <a:cubicBezTo>
                  <a:pt x="178816" y="185029"/>
                  <a:pt x="187631" y="185958"/>
                  <a:pt x="197890" y="187485"/>
                </a:cubicBezTo>
                <a:close/>
                <a:moveTo>
                  <a:pt x="174377" y="184265"/>
                </a:moveTo>
                <a:lnTo>
                  <a:pt x="201111" y="167956"/>
                </a:lnTo>
                <a:cubicBezTo>
                  <a:pt x="200533" y="162589"/>
                  <a:pt x="193431" y="157387"/>
                  <a:pt x="187610" y="154001"/>
                </a:cubicBezTo>
                <a:cubicBezTo>
                  <a:pt x="187197" y="157614"/>
                  <a:pt x="184678" y="173757"/>
                  <a:pt x="172685" y="179785"/>
                </a:cubicBezTo>
                <a:cubicBezTo>
                  <a:pt x="173531" y="181416"/>
                  <a:pt x="174130" y="182944"/>
                  <a:pt x="174377" y="184265"/>
                </a:cubicBezTo>
                <a:close/>
                <a:moveTo>
                  <a:pt x="172251" y="178980"/>
                </a:moveTo>
                <a:cubicBezTo>
                  <a:pt x="184389" y="172890"/>
                  <a:pt x="186495" y="155921"/>
                  <a:pt x="186743" y="153506"/>
                </a:cubicBezTo>
                <a:cubicBezTo>
                  <a:pt x="183357" y="151586"/>
                  <a:pt x="180570" y="150347"/>
                  <a:pt x="180054" y="150120"/>
                </a:cubicBezTo>
                <a:lnTo>
                  <a:pt x="148119" y="150925"/>
                </a:lnTo>
                <a:cubicBezTo>
                  <a:pt x="151793" y="154435"/>
                  <a:pt x="166533" y="168741"/>
                  <a:pt x="172251" y="178980"/>
                </a:cubicBezTo>
                <a:close/>
                <a:moveTo>
                  <a:pt x="146921" y="150038"/>
                </a:moveTo>
                <a:cubicBezTo>
                  <a:pt x="188539" y="138952"/>
                  <a:pt x="205322" y="101422"/>
                  <a:pt x="206602" y="98408"/>
                </a:cubicBezTo>
                <a:lnTo>
                  <a:pt x="201813" y="89573"/>
                </a:lnTo>
                <a:cubicBezTo>
                  <a:pt x="196239" y="94857"/>
                  <a:pt x="146384" y="142049"/>
                  <a:pt x="133792" y="150368"/>
                </a:cubicBezTo>
                <a:close/>
                <a:moveTo>
                  <a:pt x="131934" y="150409"/>
                </a:moveTo>
                <a:cubicBezTo>
                  <a:pt x="141347" y="145537"/>
                  <a:pt x="197127" y="92752"/>
                  <a:pt x="201359" y="88726"/>
                </a:cubicBezTo>
                <a:lnTo>
                  <a:pt x="190975" y="69569"/>
                </a:lnTo>
                <a:cubicBezTo>
                  <a:pt x="152990" y="96674"/>
                  <a:pt x="110382" y="126421"/>
                  <a:pt x="71613" y="15193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7000">
                <a:srgbClr val="FFF2CC"/>
              </a:gs>
              <a:gs pos="6100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469725" y="2474327"/>
            <a:ext cx="4094400" cy="12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642450" y="1158688"/>
            <a:ext cx="1748700" cy="69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4906100" y="3888988"/>
            <a:ext cx="3221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accent4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0" y="0"/>
            <a:ext cx="4336500" cy="5169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713225" y="1987625"/>
            <a:ext cx="3479400" cy="24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49272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5344325" y="25"/>
            <a:ext cx="3799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7"/>
          <p:cNvSpPr/>
          <p:nvPr/>
        </p:nvSpPr>
        <p:spPr>
          <a:xfrm rot="5400000">
            <a:off x="-248922" y="3812323"/>
            <a:ext cx="1580111" cy="1082273"/>
          </a:xfrm>
          <a:custGeom>
            <a:avLst/>
            <a:gdLst/>
            <a:ahLst/>
            <a:cxnLst/>
            <a:rect l="l" t="t" r="r" b="b"/>
            <a:pathLst>
              <a:path w="285090" h="195268" extrusionOk="0">
                <a:moveTo>
                  <a:pt x="285089" y="0"/>
                </a:moveTo>
                <a:lnTo>
                  <a:pt x="285089" y="1156"/>
                </a:lnTo>
                <a:cubicBezTo>
                  <a:pt x="277678" y="6627"/>
                  <a:pt x="268224" y="13604"/>
                  <a:pt x="257200" y="21655"/>
                </a:cubicBezTo>
                <a:lnTo>
                  <a:pt x="243781" y="97087"/>
                </a:lnTo>
                <a:cubicBezTo>
                  <a:pt x="254330" y="102227"/>
                  <a:pt x="268595" y="95683"/>
                  <a:pt x="269916" y="95064"/>
                </a:cubicBezTo>
                <a:lnTo>
                  <a:pt x="285089" y="72789"/>
                </a:lnTo>
                <a:lnTo>
                  <a:pt x="285089" y="74420"/>
                </a:lnTo>
                <a:lnTo>
                  <a:pt x="270742" y="95456"/>
                </a:lnTo>
                <a:cubicBezTo>
                  <a:pt x="273612" y="101897"/>
                  <a:pt x="279227" y="110691"/>
                  <a:pt x="285089" y="119176"/>
                </a:cubicBezTo>
                <a:lnTo>
                  <a:pt x="285089" y="120786"/>
                </a:lnTo>
                <a:cubicBezTo>
                  <a:pt x="279082" y="112157"/>
                  <a:pt x="273219" y="103053"/>
                  <a:pt x="270143" y="96344"/>
                </a:cubicBezTo>
                <a:lnTo>
                  <a:pt x="255218" y="118267"/>
                </a:lnTo>
                <a:cubicBezTo>
                  <a:pt x="263083" y="123985"/>
                  <a:pt x="276357" y="125492"/>
                  <a:pt x="277761" y="125637"/>
                </a:cubicBezTo>
                <a:lnTo>
                  <a:pt x="285089" y="121921"/>
                </a:lnTo>
                <a:lnTo>
                  <a:pt x="285089" y="122953"/>
                </a:lnTo>
                <a:lnTo>
                  <a:pt x="278194" y="126463"/>
                </a:lnTo>
                <a:cubicBezTo>
                  <a:pt x="271547" y="138601"/>
                  <a:pt x="279536" y="164612"/>
                  <a:pt x="280300" y="167048"/>
                </a:cubicBezTo>
                <a:lnTo>
                  <a:pt x="285089" y="169030"/>
                </a:lnTo>
                <a:lnTo>
                  <a:pt x="285089" y="170041"/>
                </a:lnTo>
                <a:lnTo>
                  <a:pt x="280011" y="167915"/>
                </a:lnTo>
                <a:cubicBezTo>
                  <a:pt x="273901" y="172477"/>
                  <a:pt x="259883" y="188497"/>
                  <a:pt x="258005" y="190664"/>
                </a:cubicBezTo>
                <a:lnTo>
                  <a:pt x="260544" y="195268"/>
                </a:lnTo>
                <a:lnTo>
                  <a:pt x="259491" y="195268"/>
                </a:lnTo>
                <a:lnTo>
                  <a:pt x="257076" y="190891"/>
                </a:lnTo>
                <a:cubicBezTo>
                  <a:pt x="253752" y="187609"/>
                  <a:pt x="248571" y="184554"/>
                  <a:pt x="242687" y="181849"/>
                </a:cubicBezTo>
                <a:cubicBezTo>
                  <a:pt x="235751" y="181788"/>
                  <a:pt x="209389" y="186370"/>
                  <a:pt x="200698" y="187919"/>
                </a:cubicBezTo>
                <a:cubicBezTo>
                  <a:pt x="211990" y="189673"/>
                  <a:pt x="224541" y="192130"/>
                  <a:pt x="233377" y="195268"/>
                </a:cubicBezTo>
                <a:lnTo>
                  <a:pt x="230446" y="195268"/>
                </a:lnTo>
                <a:cubicBezTo>
                  <a:pt x="210772" y="189095"/>
                  <a:pt x="176648" y="185730"/>
                  <a:pt x="174150" y="185483"/>
                </a:cubicBezTo>
                <a:lnTo>
                  <a:pt x="158131" y="195268"/>
                </a:lnTo>
                <a:lnTo>
                  <a:pt x="156355" y="195268"/>
                </a:lnTo>
                <a:lnTo>
                  <a:pt x="173531" y="184781"/>
                </a:lnTo>
                <a:cubicBezTo>
                  <a:pt x="173345" y="183356"/>
                  <a:pt x="172664" y="181664"/>
                  <a:pt x="171652" y="179785"/>
                </a:cubicBezTo>
                <a:lnTo>
                  <a:pt x="171652" y="179785"/>
                </a:lnTo>
                <a:lnTo>
                  <a:pt x="171652" y="179785"/>
                </a:lnTo>
                <a:cubicBezTo>
                  <a:pt x="165748" y="168947"/>
                  <a:pt x="148490" y="152536"/>
                  <a:pt x="146818" y="150967"/>
                </a:cubicBezTo>
                <a:lnTo>
                  <a:pt x="132863" y="151318"/>
                </a:lnTo>
                <a:cubicBezTo>
                  <a:pt x="135485" y="155611"/>
                  <a:pt x="149047" y="178381"/>
                  <a:pt x="153321" y="195268"/>
                </a:cubicBezTo>
                <a:lnTo>
                  <a:pt x="152350" y="195268"/>
                </a:lnTo>
                <a:cubicBezTo>
                  <a:pt x="147829" y="177907"/>
                  <a:pt x="133358" y="153898"/>
                  <a:pt x="131810" y="151338"/>
                </a:cubicBezTo>
                <a:lnTo>
                  <a:pt x="98161" y="152185"/>
                </a:lnTo>
                <a:cubicBezTo>
                  <a:pt x="100659" y="155900"/>
                  <a:pt x="112859" y="174211"/>
                  <a:pt x="124481" y="195268"/>
                </a:cubicBezTo>
                <a:lnTo>
                  <a:pt x="123429" y="195268"/>
                </a:lnTo>
                <a:cubicBezTo>
                  <a:pt x="111228" y="173241"/>
                  <a:pt x="98491" y="154311"/>
                  <a:pt x="97067" y="152226"/>
                </a:cubicBezTo>
                <a:lnTo>
                  <a:pt x="70168" y="152907"/>
                </a:lnTo>
                <a:cubicBezTo>
                  <a:pt x="44941" y="169505"/>
                  <a:pt x="21387" y="184244"/>
                  <a:pt x="1879" y="195268"/>
                </a:cubicBezTo>
                <a:lnTo>
                  <a:pt x="0" y="195268"/>
                </a:lnTo>
                <a:cubicBezTo>
                  <a:pt x="80861" y="149914"/>
                  <a:pt x="233831" y="37943"/>
                  <a:pt x="285089" y="0"/>
                </a:cubicBezTo>
                <a:close/>
                <a:moveTo>
                  <a:pt x="256126" y="22440"/>
                </a:moveTo>
                <a:cubicBezTo>
                  <a:pt x="241634" y="33071"/>
                  <a:pt x="224521" y="45499"/>
                  <a:pt x="205900" y="58876"/>
                </a:cubicBezTo>
                <a:cubicBezTo>
                  <a:pt x="219690" y="73698"/>
                  <a:pt x="241552" y="82801"/>
                  <a:pt x="245144" y="84226"/>
                </a:cubicBezTo>
                <a:close/>
                <a:moveTo>
                  <a:pt x="244979" y="85155"/>
                </a:moveTo>
                <a:cubicBezTo>
                  <a:pt x="241882" y="83937"/>
                  <a:pt x="219277" y="74668"/>
                  <a:pt x="205157" y="59412"/>
                </a:cubicBezTo>
                <a:cubicBezTo>
                  <a:pt x="200760" y="62571"/>
                  <a:pt x="196280" y="65771"/>
                  <a:pt x="191718" y="69032"/>
                </a:cubicBezTo>
                <a:lnTo>
                  <a:pt x="202288" y="88478"/>
                </a:lnTo>
                <a:cubicBezTo>
                  <a:pt x="211887" y="93990"/>
                  <a:pt x="241139" y="89015"/>
                  <a:pt x="244401" y="88437"/>
                </a:cubicBezTo>
                <a:close/>
                <a:moveTo>
                  <a:pt x="244215" y="89387"/>
                </a:moveTo>
                <a:cubicBezTo>
                  <a:pt x="239673" y="90213"/>
                  <a:pt x="213704" y="94506"/>
                  <a:pt x="203051" y="89903"/>
                </a:cubicBezTo>
                <a:lnTo>
                  <a:pt x="207490" y="98098"/>
                </a:lnTo>
                <a:cubicBezTo>
                  <a:pt x="216903" y="106955"/>
                  <a:pt x="236763" y="112136"/>
                  <a:pt x="240045" y="112921"/>
                </a:cubicBezTo>
                <a:close/>
                <a:moveTo>
                  <a:pt x="259842" y="135794"/>
                </a:moveTo>
                <a:lnTo>
                  <a:pt x="248529" y="141533"/>
                </a:lnTo>
                <a:cubicBezTo>
                  <a:pt x="247043" y="145620"/>
                  <a:pt x="250449" y="153588"/>
                  <a:pt x="250986" y="154806"/>
                </a:cubicBezTo>
                <a:lnTo>
                  <a:pt x="267563" y="161722"/>
                </a:lnTo>
                <a:cubicBezTo>
                  <a:pt x="265437" y="157573"/>
                  <a:pt x="258542" y="143349"/>
                  <a:pt x="259842" y="135794"/>
                </a:cubicBezTo>
                <a:close/>
                <a:moveTo>
                  <a:pt x="222044" y="155178"/>
                </a:moveTo>
                <a:lnTo>
                  <a:pt x="232510" y="148799"/>
                </a:lnTo>
                <a:lnTo>
                  <a:pt x="219608" y="149129"/>
                </a:lnTo>
                <a:cubicBezTo>
                  <a:pt x="220784" y="150182"/>
                  <a:pt x="222436" y="152226"/>
                  <a:pt x="222044" y="155178"/>
                </a:cubicBezTo>
                <a:close/>
                <a:moveTo>
                  <a:pt x="247415" y="142090"/>
                </a:moveTo>
                <a:lnTo>
                  <a:pt x="235317" y="148262"/>
                </a:lnTo>
                <a:lnTo>
                  <a:pt x="249768" y="154290"/>
                </a:lnTo>
                <a:cubicBezTo>
                  <a:pt x="248777" y="151896"/>
                  <a:pt x="246610" y="146012"/>
                  <a:pt x="247415" y="142090"/>
                </a:cubicBezTo>
                <a:close/>
                <a:moveTo>
                  <a:pt x="235441" y="138746"/>
                </a:moveTo>
                <a:cubicBezTo>
                  <a:pt x="234223" y="139117"/>
                  <a:pt x="231787" y="139448"/>
                  <a:pt x="229042" y="137817"/>
                </a:cubicBezTo>
                <a:lnTo>
                  <a:pt x="233996" y="146921"/>
                </a:lnTo>
                <a:close/>
                <a:moveTo>
                  <a:pt x="235049" y="146260"/>
                </a:moveTo>
                <a:lnTo>
                  <a:pt x="240933" y="137590"/>
                </a:lnTo>
                <a:cubicBezTo>
                  <a:pt x="240189" y="136908"/>
                  <a:pt x="238311" y="135030"/>
                  <a:pt x="237382" y="133089"/>
                </a:cubicBezTo>
                <a:close/>
                <a:moveTo>
                  <a:pt x="227721" y="137301"/>
                </a:moveTo>
                <a:cubicBezTo>
                  <a:pt x="226833" y="139448"/>
                  <a:pt x="224273" y="144753"/>
                  <a:pt x="219773" y="148200"/>
                </a:cubicBezTo>
                <a:lnTo>
                  <a:pt x="233439" y="147849"/>
                </a:lnTo>
                <a:close/>
                <a:moveTo>
                  <a:pt x="228010" y="135917"/>
                </a:moveTo>
                <a:cubicBezTo>
                  <a:pt x="231560" y="139035"/>
                  <a:pt x="234801" y="138044"/>
                  <a:pt x="235627" y="137713"/>
                </a:cubicBezTo>
                <a:lnTo>
                  <a:pt x="236763" y="131355"/>
                </a:lnTo>
                <a:cubicBezTo>
                  <a:pt x="235049" y="131768"/>
                  <a:pt x="230590" y="132181"/>
                  <a:pt x="223778" y="128114"/>
                </a:cubicBezTo>
                <a:close/>
                <a:moveTo>
                  <a:pt x="236948" y="130344"/>
                </a:moveTo>
                <a:lnTo>
                  <a:pt x="238208" y="123222"/>
                </a:lnTo>
                <a:cubicBezTo>
                  <a:pt x="235627" y="123057"/>
                  <a:pt x="224335" y="121962"/>
                  <a:pt x="217192" y="115976"/>
                </a:cubicBezTo>
                <a:lnTo>
                  <a:pt x="222890" y="126463"/>
                </a:lnTo>
                <a:cubicBezTo>
                  <a:pt x="230941" y="131768"/>
                  <a:pt x="235895" y="130674"/>
                  <a:pt x="236948" y="130344"/>
                </a:cubicBezTo>
                <a:close/>
                <a:moveTo>
                  <a:pt x="237795" y="130757"/>
                </a:moveTo>
                <a:lnTo>
                  <a:pt x="237795" y="130757"/>
                </a:lnTo>
                <a:cubicBezTo>
                  <a:pt x="237464" y="132615"/>
                  <a:pt x="240045" y="135484"/>
                  <a:pt x="241469" y="136826"/>
                </a:cubicBezTo>
                <a:lnTo>
                  <a:pt x="248880" y="125926"/>
                </a:lnTo>
                <a:cubicBezTo>
                  <a:pt x="246816" y="126194"/>
                  <a:pt x="242316" y="126401"/>
                  <a:pt x="239054" y="123696"/>
                </a:cubicBezTo>
                <a:close/>
                <a:moveTo>
                  <a:pt x="241407" y="138560"/>
                </a:moveTo>
                <a:lnTo>
                  <a:pt x="235606" y="147065"/>
                </a:lnTo>
                <a:lnTo>
                  <a:pt x="246733" y="141409"/>
                </a:lnTo>
                <a:cubicBezTo>
                  <a:pt x="245041" y="141058"/>
                  <a:pt x="242336" y="140211"/>
                  <a:pt x="241407" y="138560"/>
                </a:cubicBezTo>
                <a:close/>
                <a:moveTo>
                  <a:pt x="235256" y="149233"/>
                </a:moveTo>
                <a:lnTo>
                  <a:pt x="243802" y="164798"/>
                </a:lnTo>
                <a:cubicBezTo>
                  <a:pt x="244566" y="162527"/>
                  <a:pt x="246589" y="157180"/>
                  <a:pt x="249582" y="155219"/>
                </a:cubicBezTo>
                <a:close/>
                <a:moveTo>
                  <a:pt x="234038" y="148944"/>
                </a:moveTo>
                <a:lnTo>
                  <a:pt x="222766" y="155818"/>
                </a:lnTo>
                <a:cubicBezTo>
                  <a:pt x="226172" y="156272"/>
                  <a:pt x="235359" y="157965"/>
                  <a:pt x="242109" y="163621"/>
                </a:cubicBezTo>
                <a:close/>
                <a:moveTo>
                  <a:pt x="227143" y="136248"/>
                </a:moveTo>
                <a:lnTo>
                  <a:pt x="222622" y="127928"/>
                </a:lnTo>
                <a:cubicBezTo>
                  <a:pt x="221300" y="131335"/>
                  <a:pt x="215974" y="142709"/>
                  <a:pt x="202411" y="148634"/>
                </a:cubicBezTo>
                <a:lnTo>
                  <a:pt x="218121" y="148242"/>
                </a:lnTo>
                <a:cubicBezTo>
                  <a:pt x="223778" y="144629"/>
                  <a:pt x="226688" y="137445"/>
                  <a:pt x="227143" y="136248"/>
                </a:cubicBezTo>
                <a:close/>
                <a:moveTo>
                  <a:pt x="222044" y="126834"/>
                </a:moveTo>
                <a:lnTo>
                  <a:pt x="215334" y="114469"/>
                </a:lnTo>
                <a:cubicBezTo>
                  <a:pt x="212878" y="119196"/>
                  <a:pt x="199707" y="143205"/>
                  <a:pt x="183770" y="149109"/>
                </a:cubicBezTo>
                <a:lnTo>
                  <a:pt x="199769" y="148696"/>
                </a:lnTo>
                <a:cubicBezTo>
                  <a:pt x="216222" y="142709"/>
                  <a:pt x="221466" y="128568"/>
                  <a:pt x="222044" y="126834"/>
                </a:cubicBezTo>
                <a:close/>
                <a:moveTo>
                  <a:pt x="215706" y="113230"/>
                </a:moveTo>
                <a:cubicBezTo>
                  <a:pt x="222209" y="120827"/>
                  <a:pt x="235875" y="122148"/>
                  <a:pt x="238373" y="122313"/>
                </a:cubicBezTo>
                <a:lnTo>
                  <a:pt x="239880" y="113829"/>
                </a:lnTo>
                <a:cubicBezTo>
                  <a:pt x="236907" y="113106"/>
                  <a:pt x="218885" y="108461"/>
                  <a:pt x="208728" y="100369"/>
                </a:cubicBezTo>
                <a:close/>
                <a:moveTo>
                  <a:pt x="239240" y="122623"/>
                </a:moveTo>
                <a:cubicBezTo>
                  <a:pt x="242790" y="126009"/>
                  <a:pt x="248591" y="125080"/>
                  <a:pt x="249603" y="124873"/>
                </a:cubicBezTo>
                <a:lnTo>
                  <a:pt x="253732" y="118825"/>
                </a:lnTo>
                <a:cubicBezTo>
                  <a:pt x="251089" y="118742"/>
                  <a:pt x="243224" y="118226"/>
                  <a:pt x="240623" y="114861"/>
                </a:cubicBezTo>
                <a:close/>
                <a:moveTo>
                  <a:pt x="242027" y="137631"/>
                </a:moveTo>
                <a:cubicBezTo>
                  <a:pt x="242419" y="139551"/>
                  <a:pt x="246382" y="140500"/>
                  <a:pt x="248075" y="140727"/>
                </a:cubicBezTo>
                <a:lnTo>
                  <a:pt x="259429" y="134968"/>
                </a:lnTo>
                <a:cubicBezTo>
                  <a:pt x="257592" y="134080"/>
                  <a:pt x="253422" y="131624"/>
                  <a:pt x="249871" y="126132"/>
                </a:cubicBezTo>
                <a:close/>
                <a:moveTo>
                  <a:pt x="250656" y="155673"/>
                </a:moveTo>
                <a:cubicBezTo>
                  <a:pt x="247167" y="157242"/>
                  <a:pt x="244772" y="164715"/>
                  <a:pt x="244421" y="165913"/>
                </a:cubicBezTo>
                <a:lnTo>
                  <a:pt x="250697" y="177370"/>
                </a:lnTo>
                <a:cubicBezTo>
                  <a:pt x="252555" y="174955"/>
                  <a:pt x="260069" y="165644"/>
                  <a:pt x="267315" y="162610"/>
                </a:cubicBezTo>
                <a:close/>
                <a:moveTo>
                  <a:pt x="243554" y="166243"/>
                </a:moveTo>
                <a:cubicBezTo>
                  <a:pt x="235937" y="158109"/>
                  <a:pt x="222931" y="156726"/>
                  <a:pt x="221486" y="156602"/>
                </a:cubicBezTo>
                <a:lnTo>
                  <a:pt x="216965" y="159369"/>
                </a:lnTo>
                <a:cubicBezTo>
                  <a:pt x="221342" y="161020"/>
                  <a:pt x="240231" y="168369"/>
                  <a:pt x="248715" y="175656"/>
                </a:cubicBezTo>
                <a:close/>
                <a:moveTo>
                  <a:pt x="220970" y="155839"/>
                </a:moveTo>
                <a:cubicBezTo>
                  <a:pt x="222023" y="151792"/>
                  <a:pt x="218761" y="149542"/>
                  <a:pt x="218142" y="149171"/>
                </a:cubicBezTo>
                <a:lnTo>
                  <a:pt x="202535" y="149563"/>
                </a:lnTo>
                <a:cubicBezTo>
                  <a:pt x="206602" y="150987"/>
                  <a:pt x="214178" y="154228"/>
                  <a:pt x="216139" y="158791"/>
                </a:cubicBezTo>
                <a:close/>
                <a:moveTo>
                  <a:pt x="199790" y="149625"/>
                </a:moveTo>
                <a:lnTo>
                  <a:pt x="182160" y="150079"/>
                </a:lnTo>
                <a:cubicBezTo>
                  <a:pt x="187176" y="152453"/>
                  <a:pt x="200677" y="159534"/>
                  <a:pt x="201978" y="167440"/>
                </a:cubicBezTo>
                <a:lnTo>
                  <a:pt x="215334" y="159265"/>
                </a:lnTo>
                <a:cubicBezTo>
                  <a:pt x="213105" y="153650"/>
                  <a:pt x="200781" y="149914"/>
                  <a:pt x="199790" y="149625"/>
                </a:cubicBezTo>
                <a:close/>
                <a:moveTo>
                  <a:pt x="214798" y="113499"/>
                </a:moveTo>
                <a:lnTo>
                  <a:pt x="213683" y="111434"/>
                </a:lnTo>
                <a:cubicBezTo>
                  <a:pt x="195186" y="143184"/>
                  <a:pt x="157656" y="147499"/>
                  <a:pt x="157284" y="147540"/>
                </a:cubicBezTo>
                <a:lnTo>
                  <a:pt x="157264" y="147540"/>
                </a:lnTo>
                <a:cubicBezTo>
                  <a:pt x="155096" y="148428"/>
                  <a:pt x="152846" y="149233"/>
                  <a:pt x="150513" y="149955"/>
                </a:cubicBezTo>
                <a:lnTo>
                  <a:pt x="180096" y="149212"/>
                </a:lnTo>
                <a:cubicBezTo>
                  <a:pt x="197767" y="145847"/>
                  <a:pt x="213415" y="116203"/>
                  <a:pt x="214798" y="113499"/>
                </a:cubicBezTo>
                <a:close/>
                <a:moveTo>
                  <a:pt x="213167" y="110485"/>
                </a:moveTo>
                <a:lnTo>
                  <a:pt x="207159" y="99420"/>
                </a:lnTo>
                <a:cubicBezTo>
                  <a:pt x="204827" y="104622"/>
                  <a:pt x="191202" y="132160"/>
                  <a:pt x="160794" y="146033"/>
                </a:cubicBezTo>
                <a:cubicBezTo>
                  <a:pt x="170682" y="144072"/>
                  <a:pt x="198345" y="136434"/>
                  <a:pt x="213167" y="110485"/>
                </a:cubicBezTo>
                <a:close/>
                <a:moveTo>
                  <a:pt x="268925" y="96509"/>
                </a:moveTo>
                <a:cubicBezTo>
                  <a:pt x="264776" y="98264"/>
                  <a:pt x="253030" y="102454"/>
                  <a:pt x="243616" y="98016"/>
                </a:cubicBezTo>
                <a:lnTo>
                  <a:pt x="240871" y="113437"/>
                </a:lnTo>
                <a:cubicBezTo>
                  <a:pt x="242357" y="117565"/>
                  <a:pt x="252658" y="117875"/>
                  <a:pt x="254351" y="117916"/>
                </a:cubicBezTo>
                <a:close/>
                <a:moveTo>
                  <a:pt x="254702" y="119031"/>
                </a:moveTo>
                <a:lnTo>
                  <a:pt x="250429" y="125286"/>
                </a:lnTo>
                <a:cubicBezTo>
                  <a:pt x="254454" y="131727"/>
                  <a:pt x="259512" y="134039"/>
                  <a:pt x="260482" y="134431"/>
                </a:cubicBezTo>
                <a:lnTo>
                  <a:pt x="276275" y="126401"/>
                </a:lnTo>
                <a:cubicBezTo>
                  <a:pt x="272332" y="125864"/>
                  <a:pt x="261638" y="124068"/>
                  <a:pt x="254702" y="119031"/>
                </a:cubicBezTo>
                <a:close/>
                <a:moveTo>
                  <a:pt x="276832" y="127144"/>
                </a:moveTo>
                <a:lnTo>
                  <a:pt x="260895" y="135236"/>
                </a:lnTo>
                <a:cubicBezTo>
                  <a:pt x="259533" y="140273"/>
                  <a:pt x="263001" y="149584"/>
                  <a:pt x="265808" y="155900"/>
                </a:cubicBezTo>
                <a:cubicBezTo>
                  <a:pt x="269276" y="147168"/>
                  <a:pt x="274540" y="136991"/>
                  <a:pt x="274602" y="136867"/>
                </a:cubicBezTo>
                <a:cubicBezTo>
                  <a:pt x="274623" y="136826"/>
                  <a:pt x="274664" y="136785"/>
                  <a:pt x="274706" y="136743"/>
                </a:cubicBezTo>
                <a:cubicBezTo>
                  <a:pt x="274933" y="133234"/>
                  <a:pt x="275573" y="129931"/>
                  <a:pt x="276832" y="127144"/>
                </a:cubicBezTo>
                <a:close/>
                <a:moveTo>
                  <a:pt x="274623" y="138849"/>
                </a:moveTo>
                <a:cubicBezTo>
                  <a:pt x="272951" y="142172"/>
                  <a:pt x="268987" y="150203"/>
                  <a:pt x="266345" y="157057"/>
                </a:cubicBezTo>
                <a:cubicBezTo>
                  <a:pt x="267584" y="159781"/>
                  <a:pt x="268616" y="161763"/>
                  <a:pt x="268884" y="162279"/>
                </a:cubicBezTo>
                <a:lnTo>
                  <a:pt x="279206" y="166573"/>
                </a:lnTo>
                <a:cubicBezTo>
                  <a:pt x="278091" y="163002"/>
                  <a:pt x="274437" y="150244"/>
                  <a:pt x="274623" y="138849"/>
                </a:cubicBezTo>
                <a:close/>
                <a:moveTo>
                  <a:pt x="257530" y="189818"/>
                </a:moveTo>
                <a:cubicBezTo>
                  <a:pt x="260069" y="186887"/>
                  <a:pt x="272786" y="172415"/>
                  <a:pt x="279020" y="167502"/>
                </a:cubicBezTo>
                <a:lnTo>
                  <a:pt x="268533" y="163126"/>
                </a:lnTo>
                <a:cubicBezTo>
                  <a:pt x="260978" y="165706"/>
                  <a:pt x="252493" y="176544"/>
                  <a:pt x="251192" y="178258"/>
                </a:cubicBezTo>
                <a:close/>
                <a:moveTo>
                  <a:pt x="255755" y="188497"/>
                </a:moveTo>
                <a:lnTo>
                  <a:pt x="250263" y="178485"/>
                </a:lnTo>
                <a:cubicBezTo>
                  <a:pt x="243369" y="170310"/>
                  <a:pt x="218390" y="160876"/>
                  <a:pt x="215954" y="159967"/>
                </a:cubicBezTo>
                <a:lnTo>
                  <a:pt x="202824" y="167998"/>
                </a:lnTo>
                <a:cubicBezTo>
                  <a:pt x="209368" y="169484"/>
                  <a:pt x="242006" y="177287"/>
                  <a:pt x="255755" y="188497"/>
                </a:cubicBezTo>
                <a:close/>
                <a:moveTo>
                  <a:pt x="197890" y="187485"/>
                </a:moveTo>
                <a:cubicBezTo>
                  <a:pt x="200388" y="187031"/>
                  <a:pt x="230177" y="181622"/>
                  <a:pt x="240767" y="180982"/>
                </a:cubicBezTo>
                <a:cubicBezTo>
                  <a:pt x="224438" y="173819"/>
                  <a:pt x="203815" y="169154"/>
                  <a:pt x="201689" y="168679"/>
                </a:cubicBezTo>
                <a:lnTo>
                  <a:pt x="175471" y="184698"/>
                </a:lnTo>
                <a:cubicBezTo>
                  <a:pt x="178816" y="185029"/>
                  <a:pt x="187631" y="185958"/>
                  <a:pt x="197890" y="187485"/>
                </a:cubicBezTo>
                <a:close/>
                <a:moveTo>
                  <a:pt x="174377" y="184265"/>
                </a:moveTo>
                <a:lnTo>
                  <a:pt x="201111" y="167956"/>
                </a:lnTo>
                <a:cubicBezTo>
                  <a:pt x="200533" y="162589"/>
                  <a:pt x="193431" y="157387"/>
                  <a:pt x="187610" y="154001"/>
                </a:cubicBezTo>
                <a:cubicBezTo>
                  <a:pt x="187197" y="157614"/>
                  <a:pt x="184678" y="173757"/>
                  <a:pt x="172685" y="179785"/>
                </a:cubicBezTo>
                <a:cubicBezTo>
                  <a:pt x="173531" y="181416"/>
                  <a:pt x="174130" y="182944"/>
                  <a:pt x="174377" y="184265"/>
                </a:cubicBezTo>
                <a:close/>
                <a:moveTo>
                  <a:pt x="172251" y="178980"/>
                </a:moveTo>
                <a:cubicBezTo>
                  <a:pt x="184389" y="172890"/>
                  <a:pt x="186495" y="155921"/>
                  <a:pt x="186743" y="153506"/>
                </a:cubicBezTo>
                <a:cubicBezTo>
                  <a:pt x="183357" y="151586"/>
                  <a:pt x="180570" y="150347"/>
                  <a:pt x="180054" y="150120"/>
                </a:cubicBezTo>
                <a:lnTo>
                  <a:pt x="148119" y="150925"/>
                </a:lnTo>
                <a:cubicBezTo>
                  <a:pt x="151793" y="154435"/>
                  <a:pt x="166533" y="168741"/>
                  <a:pt x="172251" y="178980"/>
                </a:cubicBezTo>
                <a:close/>
                <a:moveTo>
                  <a:pt x="146921" y="150038"/>
                </a:moveTo>
                <a:cubicBezTo>
                  <a:pt x="188539" y="138952"/>
                  <a:pt x="205322" y="101422"/>
                  <a:pt x="206602" y="98408"/>
                </a:cubicBezTo>
                <a:lnTo>
                  <a:pt x="201813" y="89573"/>
                </a:lnTo>
                <a:cubicBezTo>
                  <a:pt x="196239" y="94857"/>
                  <a:pt x="146384" y="142049"/>
                  <a:pt x="133792" y="150368"/>
                </a:cubicBezTo>
                <a:close/>
                <a:moveTo>
                  <a:pt x="131934" y="150409"/>
                </a:moveTo>
                <a:cubicBezTo>
                  <a:pt x="141347" y="145537"/>
                  <a:pt x="197127" y="92752"/>
                  <a:pt x="201359" y="88726"/>
                </a:cubicBezTo>
                <a:lnTo>
                  <a:pt x="190975" y="69569"/>
                </a:lnTo>
                <a:cubicBezTo>
                  <a:pt x="152990" y="96674"/>
                  <a:pt x="110382" y="126421"/>
                  <a:pt x="71613" y="151937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 flipH="1">
            <a:off x="713575" y="2645950"/>
            <a:ext cx="3088500" cy="13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 flipH="1">
            <a:off x="713425" y="1165975"/>
            <a:ext cx="4288800" cy="13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1" y="0"/>
            <a:ext cx="2096685" cy="1011976"/>
          </a:xfrm>
          <a:custGeom>
            <a:avLst/>
            <a:gdLst/>
            <a:ahLst/>
            <a:cxnLst/>
            <a:rect l="l" t="t" r="r" b="b"/>
            <a:pathLst>
              <a:path w="284779" h="137450" extrusionOk="0">
                <a:moveTo>
                  <a:pt x="0" y="45835"/>
                </a:moveTo>
                <a:cubicBezTo>
                  <a:pt x="6159" y="50552"/>
                  <a:pt x="12791" y="55296"/>
                  <a:pt x="19616" y="59985"/>
                </a:cubicBezTo>
                <a:cubicBezTo>
                  <a:pt x="20143" y="62010"/>
                  <a:pt x="27107" y="89839"/>
                  <a:pt x="20837" y="101631"/>
                </a:cubicBezTo>
                <a:lnTo>
                  <a:pt x="0" y="95360"/>
                </a:lnTo>
                <a:lnTo>
                  <a:pt x="0" y="96359"/>
                </a:lnTo>
                <a:lnTo>
                  <a:pt x="24943" y="103850"/>
                </a:lnTo>
                <a:cubicBezTo>
                  <a:pt x="24666" y="106874"/>
                  <a:pt x="22585" y="127628"/>
                  <a:pt x="13651" y="135063"/>
                </a:cubicBezTo>
                <a:cubicBezTo>
                  <a:pt x="8546" y="135702"/>
                  <a:pt x="3995" y="136146"/>
                  <a:pt x="0" y="136478"/>
                </a:cubicBezTo>
                <a:lnTo>
                  <a:pt x="0" y="137450"/>
                </a:lnTo>
                <a:cubicBezTo>
                  <a:pt x="4023" y="137117"/>
                  <a:pt x="8629" y="136645"/>
                  <a:pt x="13762" y="136035"/>
                </a:cubicBezTo>
                <a:cubicBezTo>
                  <a:pt x="13789" y="136035"/>
                  <a:pt x="13817" y="136035"/>
                  <a:pt x="13817" y="136035"/>
                </a:cubicBezTo>
                <a:cubicBezTo>
                  <a:pt x="13900" y="136035"/>
                  <a:pt x="13956" y="136007"/>
                  <a:pt x="14011" y="135979"/>
                </a:cubicBezTo>
                <a:cubicBezTo>
                  <a:pt x="18617" y="135424"/>
                  <a:pt x="23667" y="134731"/>
                  <a:pt x="29049" y="133870"/>
                </a:cubicBezTo>
                <a:cubicBezTo>
                  <a:pt x="29077" y="133898"/>
                  <a:pt x="29105" y="133898"/>
                  <a:pt x="29105" y="133898"/>
                </a:cubicBezTo>
                <a:cubicBezTo>
                  <a:pt x="29188" y="133898"/>
                  <a:pt x="29271" y="133870"/>
                  <a:pt x="29327" y="133843"/>
                </a:cubicBezTo>
                <a:cubicBezTo>
                  <a:pt x="31158" y="133537"/>
                  <a:pt x="33017" y="133232"/>
                  <a:pt x="34904" y="132927"/>
                </a:cubicBezTo>
                <a:cubicBezTo>
                  <a:pt x="34931" y="132927"/>
                  <a:pt x="34931" y="132927"/>
                  <a:pt x="34959" y="132927"/>
                </a:cubicBezTo>
                <a:lnTo>
                  <a:pt x="34959" y="132927"/>
                </a:lnTo>
                <a:cubicBezTo>
                  <a:pt x="35015" y="132927"/>
                  <a:pt x="37651" y="132955"/>
                  <a:pt x="38871" y="134398"/>
                </a:cubicBezTo>
                <a:lnTo>
                  <a:pt x="38871" y="136728"/>
                </a:lnTo>
                <a:cubicBezTo>
                  <a:pt x="38871" y="136978"/>
                  <a:pt x="39038" y="137200"/>
                  <a:pt x="39288" y="137228"/>
                </a:cubicBezTo>
                <a:lnTo>
                  <a:pt x="39343" y="137228"/>
                </a:lnTo>
                <a:cubicBezTo>
                  <a:pt x="39565" y="137228"/>
                  <a:pt x="39759" y="137061"/>
                  <a:pt x="39815" y="136811"/>
                </a:cubicBezTo>
                <a:cubicBezTo>
                  <a:pt x="39815" y="136784"/>
                  <a:pt x="40536" y="132955"/>
                  <a:pt x="45391" y="131013"/>
                </a:cubicBezTo>
                <a:cubicBezTo>
                  <a:pt x="45391" y="130985"/>
                  <a:pt x="45391" y="130985"/>
                  <a:pt x="45391" y="130985"/>
                </a:cubicBezTo>
                <a:cubicBezTo>
                  <a:pt x="48000" y="130486"/>
                  <a:pt x="50635" y="129931"/>
                  <a:pt x="53354" y="129348"/>
                </a:cubicBezTo>
                <a:cubicBezTo>
                  <a:pt x="53354" y="129348"/>
                  <a:pt x="53354" y="129348"/>
                  <a:pt x="53354" y="129348"/>
                </a:cubicBezTo>
                <a:cubicBezTo>
                  <a:pt x="53438" y="129348"/>
                  <a:pt x="53493" y="129348"/>
                  <a:pt x="53549" y="129320"/>
                </a:cubicBezTo>
                <a:cubicBezTo>
                  <a:pt x="56240" y="128738"/>
                  <a:pt x="58987" y="128127"/>
                  <a:pt x="61789" y="127461"/>
                </a:cubicBezTo>
                <a:cubicBezTo>
                  <a:pt x="61817" y="127461"/>
                  <a:pt x="61872" y="127461"/>
                  <a:pt x="61900" y="127434"/>
                </a:cubicBezTo>
                <a:cubicBezTo>
                  <a:pt x="66700" y="126324"/>
                  <a:pt x="71666" y="125075"/>
                  <a:pt x="76772" y="123716"/>
                </a:cubicBezTo>
                <a:cubicBezTo>
                  <a:pt x="81266" y="124576"/>
                  <a:pt x="82626" y="129403"/>
                  <a:pt x="82737" y="129875"/>
                </a:cubicBezTo>
                <a:lnTo>
                  <a:pt x="82737" y="136728"/>
                </a:lnTo>
                <a:cubicBezTo>
                  <a:pt x="82765" y="137366"/>
                  <a:pt x="83680" y="137366"/>
                  <a:pt x="83708" y="136728"/>
                </a:cubicBezTo>
                <a:lnTo>
                  <a:pt x="83708" y="132483"/>
                </a:lnTo>
                <a:cubicBezTo>
                  <a:pt x="84818" y="124992"/>
                  <a:pt x="88730" y="120719"/>
                  <a:pt x="89312" y="120137"/>
                </a:cubicBezTo>
                <a:cubicBezTo>
                  <a:pt x="89756" y="119998"/>
                  <a:pt x="90173" y="119887"/>
                  <a:pt x="90617" y="119748"/>
                </a:cubicBezTo>
                <a:cubicBezTo>
                  <a:pt x="96721" y="117917"/>
                  <a:pt x="102769" y="115947"/>
                  <a:pt x="108734" y="113866"/>
                </a:cubicBezTo>
                <a:cubicBezTo>
                  <a:pt x="108762" y="113838"/>
                  <a:pt x="108790" y="113838"/>
                  <a:pt x="108818" y="113838"/>
                </a:cubicBezTo>
                <a:cubicBezTo>
                  <a:pt x="108818" y="113838"/>
                  <a:pt x="108818" y="113838"/>
                  <a:pt x="108818" y="113838"/>
                </a:cubicBezTo>
                <a:cubicBezTo>
                  <a:pt x="125271" y="108123"/>
                  <a:pt x="141391" y="101464"/>
                  <a:pt x="157067" y="93917"/>
                </a:cubicBezTo>
                <a:cubicBezTo>
                  <a:pt x="157844" y="94084"/>
                  <a:pt x="162311" y="95194"/>
                  <a:pt x="163254" y="100715"/>
                </a:cubicBezTo>
                <a:lnTo>
                  <a:pt x="163254" y="107346"/>
                </a:lnTo>
                <a:cubicBezTo>
                  <a:pt x="163282" y="107956"/>
                  <a:pt x="164197" y="107956"/>
                  <a:pt x="164225" y="107346"/>
                </a:cubicBezTo>
                <a:lnTo>
                  <a:pt x="164225" y="95471"/>
                </a:lnTo>
                <a:cubicBezTo>
                  <a:pt x="165196" y="92502"/>
                  <a:pt x="166944" y="89867"/>
                  <a:pt x="169303" y="87813"/>
                </a:cubicBezTo>
                <a:cubicBezTo>
                  <a:pt x="174269" y="85233"/>
                  <a:pt x="179180" y="82542"/>
                  <a:pt x="184035" y="79767"/>
                </a:cubicBezTo>
                <a:cubicBezTo>
                  <a:pt x="184063" y="79767"/>
                  <a:pt x="184119" y="79740"/>
                  <a:pt x="184146" y="79712"/>
                </a:cubicBezTo>
                <a:cubicBezTo>
                  <a:pt x="187060" y="78047"/>
                  <a:pt x="189973" y="76355"/>
                  <a:pt x="192831" y="74634"/>
                </a:cubicBezTo>
                <a:cubicBezTo>
                  <a:pt x="196216" y="72609"/>
                  <a:pt x="199517" y="70528"/>
                  <a:pt x="202819" y="68420"/>
                </a:cubicBezTo>
                <a:cubicBezTo>
                  <a:pt x="202847" y="68420"/>
                  <a:pt x="202874" y="68392"/>
                  <a:pt x="202874" y="68392"/>
                </a:cubicBezTo>
                <a:cubicBezTo>
                  <a:pt x="202958" y="68364"/>
                  <a:pt x="203013" y="68336"/>
                  <a:pt x="203041" y="68281"/>
                </a:cubicBezTo>
                <a:cubicBezTo>
                  <a:pt x="207314" y="65534"/>
                  <a:pt x="211531" y="62732"/>
                  <a:pt x="215665" y="59874"/>
                </a:cubicBezTo>
                <a:lnTo>
                  <a:pt x="215665" y="81793"/>
                </a:lnTo>
                <a:cubicBezTo>
                  <a:pt x="215665" y="82431"/>
                  <a:pt x="216636" y="82431"/>
                  <a:pt x="216636" y="81793"/>
                </a:cubicBezTo>
                <a:lnTo>
                  <a:pt x="216636" y="71694"/>
                </a:lnTo>
                <a:cubicBezTo>
                  <a:pt x="217718" y="59153"/>
                  <a:pt x="233117" y="47167"/>
                  <a:pt x="233283" y="47028"/>
                </a:cubicBezTo>
                <a:cubicBezTo>
                  <a:pt x="233311" y="47000"/>
                  <a:pt x="233339" y="46973"/>
                  <a:pt x="233367" y="46917"/>
                </a:cubicBezTo>
                <a:cubicBezTo>
                  <a:pt x="234615" y="45974"/>
                  <a:pt x="235836" y="45003"/>
                  <a:pt x="237085" y="44032"/>
                </a:cubicBezTo>
                <a:lnTo>
                  <a:pt x="237085" y="44032"/>
                </a:lnTo>
                <a:cubicBezTo>
                  <a:pt x="237168" y="44004"/>
                  <a:pt x="237251" y="43948"/>
                  <a:pt x="237307" y="43865"/>
                </a:cubicBezTo>
                <a:cubicBezTo>
                  <a:pt x="246712" y="36429"/>
                  <a:pt x="255785" y="28578"/>
                  <a:pt x="264525" y="20365"/>
                </a:cubicBezTo>
                <a:cubicBezTo>
                  <a:pt x="264553" y="20365"/>
                  <a:pt x="264553" y="20365"/>
                  <a:pt x="264553" y="20365"/>
                </a:cubicBezTo>
                <a:cubicBezTo>
                  <a:pt x="265107" y="20032"/>
                  <a:pt x="265773" y="19977"/>
                  <a:pt x="266384" y="20198"/>
                </a:cubicBezTo>
                <a:cubicBezTo>
                  <a:pt x="267521" y="20698"/>
                  <a:pt x="268076" y="22224"/>
                  <a:pt x="268187" y="22529"/>
                </a:cubicBezTo>
                <a:lnTo>
                  <a:pt x="268187" y="25137"/>
                </a:lnTo>
                <a:cubicBezTo>
                  <a:pt x="268187" y="25415"/>
                  <a:pt x="268409" y="25637"/>
                  <a:pt x="268659" y="25637"/>
                </a:cubicBezTo>
                <a:cubicBezTo>
                  <a:pt x="268936" y="25637"/>
                  <a:pt x="269131" y="25415"/>
                  <a:pt x="269131" y="25137"/>
                </a:cubicBezTo>
                <a:lnTo>
                  <a:pt x="269131" y="15981"/>
                </a:lnTo>
                <a:cubicBezTo>
                  <a:pt x="274485" y="10793"/>
                  <a:pt x="279702" y="5466"/>
                  <a:pt x="284779" y="0"/>
                </a:cubicBezTo>
                <a:lnTo>
                  <a:pt x="283503" y="0"/>
                </a:lnTo>
                <a:cubicBezTo>
                  <a:pt x="268936" y="15593"/>
                  <a:pt x="253205" y="30076"/>
                  <a:pt x="236419" y="43255"/>
                </a:cubicBezTo>
                <a:cubicBezTo>
                  <a:pt x="232729" y="44642"/>
                  <a:pt x="198130" y="56711"/>
                  <a:pt x="184452" y="37040"/>
                </a:cubicBezTo>
                <a:cubicBezTo>
                  <a:pt x="191721" y="28605"/>
                  <a:pt x="198491" y="20531"/>
                  <a:pt x="204428" y="13345"/>
                </a:cubicBezTo>
                <a:cubicBezTo>
                  <a:pt x="204484" y="13318"/>
                  <a:pt x="204539" y="13234"/>
                  <a:pt x="204567" y="13179"/>
                </a:cubicBezTo>
                <a:cubicBezTo>
                  <a:pt x="208562" y="8324"/>
                  <a:pt x="212169" y="3884"/>
                  <a:pt x="215332" y="0"/>
                </a:cubicBezTo>
                <a:lnTo>
                  <a:pt x="214084" y="0"/>
                </a:lnTo>
                <a:cubicBezTo>
                  <a:pt x="211059" y="3746"/>
                  <a:pt x="207591" y="8018"/>
                  <a:pt x="203762" y="12624"/>
                </a:cubicBezTo>
                <a:cubicBezTo>
                  <a:pt x="184424" y="24610"/>
                  <a:pt x="136147" y="28494"/>
                  <a:pt x="130181" y="28938"/>
                </a:cubicBezTo>
                <a:cubicBezTo>
                  <a:pt x="132373" y="18173"/>
                  <a:pt x="134343" y="8157"/>
                  <a:pt x="135925" y="0"/>
                </a:cubicBezTo>
                <a:lnTo>
                  <a:pt x="134954" y="0"/>
                </a:lnTo>
                <a:cubicBezTo>
                  <a:pt x="133012" y="10072"/>
                  <a:pt x="130459" y="23001"/>
                  <a:pt x="127629" y="36568"/>
                </a:cubicBezTo>
                <a:cubicBezTo>
                  <a:pt x="123023" y="36735"/>
                  <a:pt x="78214" y="38039"/>
                  <a:pt x="64980" y="23195"/>
                </a:cubicBezTo>
                <a:lnTo>
                  <a:pt x="53632" y="0"/>
                </a:lnTo>
                <a:lnTo>
                  <a:pt x="52578" y="0"/>
                </a:lnTo>
                <a:lnTo>
                  <a:pt x="58071" y="11237"/>
                </a:lnTo>
                <a:cubicBezTo>
                  <a:pt x="56046" y="14649"/>
                  <a:pt x="30797" y="56850"/>
                  <a:pt x="20199" y="59236"/>
                </a:cubicBezTo>
                <a:cubicBezTo>
                  <a:pt x="13151" y="54381"/>
                  <a:pt x="6326" y="49497"/>
                  <a:pt x="0" y="44642"/>
                </a:cubicBezTo>
                <a:lnTo>
                  <a:pt x="0" y="45835"/>
                </a:lnTo>
                <a:close/>
                <a:moveTo>
                  <a:pt x="268187" y="16925"/>
                </a:moveTo>
                <a:lnTo>
                  <a:pt x="268187" y="20504"/>
                </a:lnTo>
                <a:cubicBezTo>
                  <a:pt x="267826" y="20004"/>
                  <a:pt x="267327" y="19588"/>
                  <a:pt x="266744" y="19338"/>
                </a:cubicBezTo>
                <a:cubicBezTo>
                  <a:pt x="266467" y="19200"/>
                  <a:pt x="266162" y="19144"/>
                  <a:pt x="265857" y="19116"/>
                </a:cubicBezTo>
                <a:cubicBezTo>
                  <a:pt x="266633" y="18395"/>
                  <a:pt x="267410" y="17646"/>
                  <a:pt x="268187" y="16925"/>
                </a:cubicBezTo>
                <a:close/>
                <a:moveTo>
                  <a:pt x="28883" y="132955"/>
                </a:moveTo>
                <a:cubicBezTo>
                  <a:pt x="24055" y="133704"/>
                  <a:pt x="19505" y="134342"/>
                  <a:pt x="15288" y="134869"/>
                </a:cubicBezTo>
                <a:cubicBezTo>
                  <a:pt x="23639" y="126573"/>
                  <a:pt x="25581" y="107485"/>
                  <a:pt x="25886" y="104044"/>
                </a:cubicBezTo>
                <a:lnTo>
                  <a:pt x="43394" y="106153"/>
                </a:lnTo>
                <a:cubicBezTo>
                  <a:pt x="42867" y="115170"/>
                  <a:pt x="30298" y="131151"/>
                  <a:pt x="28883" y="132955"/>
                </a:cubicBezTo>
                <a:close/>
                <a:moveTo>
                  <a:pt x="35597" y="70611"/>
                </a:moveTo>
                <a:cubicBezTo>
                  <a:pt x="38538" y="72526"/>
                  <a:pt x="41479" y="74413"/>
                  <a:pt x="44420" y="76271"/>
                </a:cubicBezTo>
                <a:cubicBezTo>
                  <a:pt x="44476" y="76355"/>
                  <a:pt x="44559" y="76410"/>
                  <a:pt x="44642" y="76438"/>
                </a:cubicBezTo>
                <a:cubicBezTo>
                  <a:pt x="44670" y="76466"/>
                  <a:pt x="44726" y="76466"/>
                  <a:pt x="44753" y="76493"/>
                </a:cubicBezTo>
                <a:cubicBezTo>
                  <a:pt x="49109" y="79240"/>
                  <a:pt x="53438" y="81904"/>
                  <a:pt x="57627" y="84484"/>
                </a:cubicBezTo>
                <a:cubicBezTo>
                  <a:pt x="58820" y="90532"/>
                  <a:pt x="45308" y="103711"/>
                  <a:pt x="43727" y="105210"/>
                </a:cubicBezTo>
                <a:lnTo>
                  <a:pt x="26580" y="103184"/>
                </a:lnTo>
                <a:cubicBezTo>
                  <a:pt x="35819" y="94861"/>
                  <a:pt x="35736" y="75078"/>
                  <a:pt x="35597" y="70611"/>
                </a:cubicBezTo>
                <a:close/>
                <a:moveTo>
                  <a:pt x="68032" y="90754"/>
                </a:moveTo>
                <a:cubicBezTo>
                  <a:pt x="72915" y="93668"/>
                  <a:pt x="77521" y="96387"/>
                  <a:pt x="81793" y="98856"/>
                </a:cubicBezTo>
                <a:cubicBezTo>
                  <a:pt x="78963" y="108456"/>
                  <a:pt x="67671" y="108040"/>
                  <a:pt x="67199" y="108012"/>
                </a:cubicBezTo>
                <a:lnTo>
                  <a:pt x="67172" y="108012"/>
                </a:lnTo>
                <a:lnTo>
                  <a:pt x="54575" y="106514"/>
                </a:lnTo>
                <a:cubicBezTo>
                  <a:pt x="62066" y="103628"/>
                  <a:pt x="66977" y="93168"/>
                  <a:pt x="68032" y="90754"/>
                </a:cubicBezTo>
                <a:close/>
                <a:moveTo>
                  <a:pt x="52023" y="106208"/>
                </a:moveTo>
                <a:lnTo>
                  <a:pt x="44948" y="105376"/>
                </a:lnTo>
                <a:cubicBezTo>
                  <a:pt x="47916" y="102463"/>
                  <a:pt x="58765" y="91448"/>
                  <a:pt x="58654" y="85094"/>
                </a:cubicBezTo>
                <a:cubicBezTo>
                  <a:pt x="61567" y="86870"/>
                  <a:pt x="64425" y="88590"/>
                  <a:pt x="67199" y="90255"/>
                </a:cubicBezTo>
                <a:cubicBezTo>
                  <a:pt x="66228" y="92502"/>
                  <a:pt x="60402" y="105043"/>
                  <a:pt x="52023" y="106208"/>
                </a:cubicBezTo>
                <a:close/>
                <a:moveTo>
                  <a:pt x="94723" y="86149"/>
                </a:moveTo>
                <a:cubicBezTo>
                  <a:pt x="91615" y="94306"/>
                  <a:pt x="83791" y="97607"/>
                  <a:pt x="82432" y="98135"/>
                </a:cubicBezTo>
                <a:cubicBezTo>
                  <a:pt x="78298" y="95721"/>
                  <a:pt x="73803" y="93085"/>
                  <a:pt x="69086" y="90283"/>
                </a:cubicBezTo>
                <a:cubicBezTo>
                  <a:pt x="80573" y="87314"/>
                  <a:pt x="85928" y="74829"/>
                  <a:pt x="87315" y="71000"/>
                </a:cubicBezTo>
                <a:close/>
                <a:moveTo>
                  <a:pt x="89257" y="72803"/>
                </a:moveTo>
                <a:cubicBezTo>
                  <a:pt x="100522" y="84207"/>
                  <a:pt x="114977" y="78463"/>
                  <a:pt x="118806" y="76632"/>
                </a:cubicBezTo>
                <a:cubicBezTo>
                  <a:pt x="117724" y="81099"/>
                  <a:pt x="116669" y="85372"/>
                  <a:pt x="115643" y="89367"/>
                </a:cubicBezTo>
                <a:cubicBezTo>
                  <a:pt x="105821" y="96303"/>
                  <a:pt x="96443" y="86704"/>
                  <a:pt x="95666" y="85871"/>
                </a:cubicBezTo>
                <a:close/>
                <a:moveTo>
                  <a:pt x="82654" y="99355"/>
                </a:moveTo>
                <a:cubicBezTo>
                  <a:pt x="85539" y="101020"/>
                  <a:pt x="88230" y="102574"/>
                  <a:pt x="90755" y="104017"/>
                </a:cubicBezTo>
                <a:cubicBezTo>
                  <a:pt x="90478" y="105237"/>
                  <a:pt x="89229" y="109815"/>
                  <a:pt x="85761" y="110204"/>
                </a:cubicBezTo>
                <a:lnTo>
                  <a:pt x="71528" y="108539"/>
                </a:lnTo>
                <a:cubicBezTo>
                  <a:pt x="75412" y="107734"/>
                  <a:pt x="80711" y="105515"/>
                  <a:pt x="82654" y="99355"/>
                </a:cubicBezTo>
                <a:close/>
                <a:moveTo>
                  <a:pt x="91615" y="104488"/>
                </a:moveTo>
                <a:cubicBezTo>
                  <a:pt x="98357" y="108317"/>
                  <a:pt x="103463" y="111147"/>
                  <a:pt x="106182" y="112645"/>
                </a:cubicBezTo>
                <a:lnTo>
                  <a:pt x="87897" y="110481"/>
                </a:lnTo>
                <a:cubicBezTo>
                  <a:pt x="90284" y="109038"/>
                  <a:pt x="91282" y="105876"/>
                  <a:pt x="91615" y="104488"/>
                </a:cubicBezTo>
                <a:close/>
                <a:moveTo>
                  <a:pt x="91449" y="103295"/>
                </a:moveTo>
                <a:cubicBezTo>
                  <a:pt x="88980" y="101908"/>
                  <a:pt x="86316" y="100382"/>
                  <a:pt x="83486" y="98745"/>
                </a:cubicBezTo>
                <a:cubicBezTo>
                  <a:pt x="85900" y="97691"/>
                  <a:pt x="92226" y="94417"/>
                  <a:pt x="95305" y="87314"/>
                </a:cubicBezTo>
                <a:lnTo>
                  <a:pt x="99828" y="96553"/>
                </a:lnTo>
                <a:cubicBezTo>
                  <a:pt x="99467" y="97635"/>
                  <a:pt x="97303" y="103545"/>
                  <a:pt x="91449" y="103295"/>
                </a:cubicBezTo>
                <a:close/>
                <a:moveTo>
                  <a:pt x="96776" y="88174"/>
                </a:moveTo>
                <a:cubicBezTo>
                  <a:pt x="100133" y="90893"/>
                  <a:pt x="107569" y="95471"/>
                  <a:pt x="115282" y="90754"/>
                </a:cubicBezTo>
                <a:cubicBezTo>
                  <a:pt x="114894" y="92169"/>
                  <a:pt x="114533" y="93529"/>
                  <a:pt x="114172" y="94861"/>
                </a:cubicBezTo>
                <a:cubicBezTo>
                  <a:pt x="113035" y="95527"/>
                  <a:pt x="105821" y="99355"/>
                  <a:pt x="100688" y="96165"/>
                </a:cubicBezTo>
                <a:close/>
                <a:moveTo>
                  <a:pt x="116420" y="90116"/>
                </a:moveTo>
                <a:cubicBezTo>
                  <a:pt x="118667" y="90033"/>
                  <a:pt x="130792" y="89284"/>
                  <a:pt x="140142" y="83957"/>
                </a:cubicBezTo>
                <a:cubicBezTo>
                  <a:pt x="136924" y="87175"/>
                  <a:pt x="133761" y="90311"/>
                  <a:pt x="130598" y="93335"/>
                </a:cubicBezTo>
                <a:cubicBezTo>
                  <a:pt x="129377" y="93779"/>
                  <a:pt x="119389" y="97108"/>
                  <a:pt x="115143" y="94944"/>
                </a:cubicBezTo>
                <a:cubicBezTo>
                  <a:pt x="115560" y="93390"/>
                  <a:pt x="116004" y="91781"/>
                  <a:pt x="116420" y="90116"/>
                </a:cubicBezTo>
                <a:close/>
                <a:moveTo>
                  <a:pt x="116669" y="89145"/>
                </a:moveTo>
                <a:cubicBezTo>
                  <a:pt x="117696" y="85178"/>
                  <a:pt x="118750" y="80905"/>
                  <a:pt x="119805" y="76438"/>
                </a:cubicBezTo>
                <a:cubicBezTo>
                  <a:pt x="125631" y="79212"/>
                  <a:pt x="143777" y="75744"/>
                  <a:pt x="149270" y="74579"/>
                </a:cubicBezTo>
                <a:cubicBezTo>
                  <a:pt x="147411" y="76521"/>
                  <a:pt x="145552" y="78463"/>
                  <a:pt x="143693" y="80350"/>
                </a:cubicBezTo>
                <a:cubicBezTo>
                  <a:pt x="134898" y="87758"/>
                  <a:pt x="119888" y="88979"/>
                  <a:pt x="116669" y="89145"/>
                </a:cubicBezTo>
                <a:close/>
                <a:moveTo>
                  <a:pt x="120054" y="75495"/>
                </a:moveTo>
                <a:cubicBezTo>
                  <a:pt x="121081" y="71083"/>
                  <a:pt x="122135" y="66477"/>
                  <a:pt x="123190" y="61816"/>
                </a:cubicBezTo>
                <a:cubicBezTo>
                  <a:pt x="126630" y="62593"/>
                  <a:pt x="147800" y="67032"/>
                  <a:pt x="161728" y="61234"/>
                </a:cubicBezTo>
                <a:cubicBezTo>
                  <a:pt x="158010" y="65312"/>
                  <a:pt x="154209" y="69363"/>
                  <a:pt x="150436" y="73358"/>
                </a:cubicBezTo>
                <a:cubicBezTo>
                  <a:pt x="148271" y="73830"/>
                  <a:pt x="125825" y="78630"/>
                  <a:pt x="120054" y="75495"/>
                </a:cubicBezTo>
                <a:close/>
                <a:moveTo>
                  <a:pt x="119083" y="75439"/>
                </a:moveTo>
                <a:cubicBezTo>
                  <a:pt x="117002" y="76577"/>
                  <a:pt x="99773" y="85289"/>
                  <a:pt x="87648" y="69502"/>
                </a:cubicBezTo>
                <a:lnTo>
                  <a:pt x="83958" y="61927"/>
                </a:lnTo>
                <a:cubicBezTo>
                  <a:pt x="89118" y="63093"/>
                  <a:pt x="112480" y="67920"/>
                  <a:pt x="122108" y="62316"/>
                </a:cubicBezTo>
                <a:cubicBezTo>
                  <a:pt x="121109" y="66783"/>
                  <a:pt x="120082" y="71194"/>
                  <a:pt x="119083" y="75439"/>
                </a:cubicBezTo>
                <a:close/>
                <a:moveTo>
                  <a:pt x="86732" y="69807"/>
                </a:moveTo>
                <a:cubicBezTo>
                  <a:pt x="86177" y="71555"/>
                  <a:pt x="80878" y="86926"/>
                  <a:pt x="67893" y="89589"/>
                </a:cubicBezTo>
                <a:cubicBezTo>
                  <a:pt x="65035" y="87841"/>
                  <a:pt x="62066" y="86065"/>
                  <a:pt x="59014" y="84207"/>
                </a:cubicBezTo>
                <a:cubicBezTo>
                  <a:pt x="62927" y="81848"/>
                  <a:pt x="81017" y="70473"/>
                  <a:pt x="83319" y="62815"/>
                </a:cubicBezTo>
                <a:close/>
                <a:moveTo>
                  <a:pt x="58099" y="83652"/>
                </a:moveTo>
                <a:cubicBezTo>
                  <a:pt x="54742" y="81599"/>
                  <a:pt x="51301" y="79462"/>
                  <a:pt x="47805" y="77270"/>
                </a:cubicBezTo>
                <a:cubicBezTo>
                  <a:pt x="49720" y="77603"/>
                  <a:pt x="51634" y="77770"/>
                  <a:pt x="53576" y="77742"/>
                </a:cubicBezTo>
                <a:cubicBezTo>
                  <a:pt x="59986" y="77742"/>
                  <a:pt x="66728" y="76355"/>
                  <a:pt x="70140" y="75522"/>
                </a:cubicBezTo>
                <a:cubicBezTo>
                  <a:pt x="64730" y="79573"/>
                  <a:pt x="59347" y="82903"/>
                  <a:pt x="58099" y="83652"/>
                </a:cubicBezTo>
                <a:close/>
                <a:moveTo>
                  <a:pt x="38871" y="133121"/>
                </a:moveTo>
                <a:cubicBezTo>
                  <a:pt x="38455" y="132844"/>
                  <a:pt x="38039" y="132622"/>
                  <a:pt x="37567" y="132455"/>
                </a:cubicBezTo>
                <a:cubicBezTo>
                  <a:pt x="38011" y="132372"/>
                  <a:pt x="38427" y="132289"/>
                  <a:pt x="38871" y="132233"/>
                </a:cubicBezTo>
                <a:close/>
                <a:moveTo>
                  <a:pt x="39815" y="134342"/>
                </a:moveTo>
                <a:lnTo>
                  <a:pt x="39815" y="132039"/>
                </a:lnTo>
                <a:cubicBezTo>
                  <a:pt x="40675" y="131901"/>
                  <a:pt x="41535" y="131734"/>
                  <a:pt x="42395" y="131568"/>
                </a:cubicBezTo>
                <a:cubicBezTo>
                  <a:pt x="41368" y="132317"/>
                  <a:pt x="40481" y="133260"/>
                  <a:pt x="39815" y="134342"/>
                </a:cubicBezTo>
                <a:close/>
                <a:moveTo>
                  <a:pt x="53132" y="128432"/>
                </a:moveTo>
                <a:cubicBezTo>
                  <a:pt x="44975" y="130180"/>
                  <a:pt x="37318" y="131595"/>
                  <a:pt x="30270" y="132733"/>
                </a:cubicBezTo>
                <a:cubicBezTo>
                  <a:pt x="33294" y="128849"/>
                  <a:pt x="43782" y="114837"/>
                  <a:pt x="44365" y="106264"/>
                </a:cubicBezTo>
                <a:lnTo>
                  <a:pt x="51717" y="107124"/>
                </a:lnTo>
                <a:cubicBezTo>
                  <a:pt x="52578" y="109094"/>
                  <a:pt x="58349" y="122883"/>
                  <a:pt x="53132" y="128432"/>
                </a:cubicBezTo>
                <a:close/>
                <a:moveTo>
                  <a:pt x="61456" y="126573"/>
                </a:moveTo>
                <a:cubicBezTo>
                  <a:pt x="59125" y="127101"/>
                  <a:pt x="56850" y="127628"/>
                  <a:pt x="54603" y="128099"/>
                </a:cubicBezTo>
                <a:cubicBezTo>
                  <a:pt x="58654" y="122051"/>
                  <a:pt x="54159" y="110398"/>
                  <a:pt x="52827" y="107263"/>
                </a:cubicBezTo>
                <a:lnTo>
                  <a:pt x="66839" y="108928"/>
                </a:lnTo>
                <a:cubicBezTo>
                  <a:pt x="69974" y="116058"/>
                  <a:pt x="62455" y="125380"/>
                  <a:pt x="61456" y="126573"/>
                </a:cubicBezTo>
                <a:close/>
                <a:moveTo>
                  <a:pt x="73414" y="123605"/>
                </a:moveTo>
                <a:cubicBezTo>
                  <a:pt x="69863" y="124520"/>
                  <a:pt x="66367" y="125408"/>
                  <a:pt x="62954" y="126213"/>
                </a:cubicBezTo>
                <a:cubicBezTo>
                  <a:pt x="65146" y="123355"/>
                  <a:pt x="70362" y="115614"/>
                  <a:pt x="67921" y="109066"/>
                </a:cubicBezTo>
                <a:lnTo>
                  <a:pt x="85178" y="111119"/>
                </a:lnTo>
                <a:cubicBezTo>
                  <a:pt x="84596" y="112923"/>
                  <a:pt x="81988" y="119360"/>
                  <a:pt x="73414" y="123605"/>
                </a:cubicBezTo>
                <a:close/>
                <a:moveTo>
                  <a:pt x="82737" y="127295"/>
                </a:moveTo>
                <a:cubicBezTo>
                  <a:pt x="81849" y="125491"/>
                  <a:pt x="80351" y="124049"/>
                  <a:pt x="78492" y="123244"/>
                </a:cubicBezTo>
                <a:cubicBezTo>
                  <a:pt x="79907" y="122856"/>
                  <a:pt x="81322" y="122467"/>
                  <a:pt x="82737" y="122051"/>
                </a:cubicBezTo>
                <a:lnTo>
                  <a:pt x="82737" y="127295"/>
                </a:lnTo>
                <a:close/>
                <a:moveTo>
                  <a:pt x="83708" y="128210"/>
                </a:moveTo>
                <a:lnTo>
                  <a:pt x="83708" y="121774"/>
                </a:lnTo>
                <a:cubicBezTo>
                  <a:pt x="84984" y="121413"/>
                  <a:pt x="86288" y="121024"/>
                  <a:pt x="87592" y="120664"/>
                </a:cubicBezTo>
                <a:cubicBezTo>
                  <a:pt x="85844" y="122911"/>
                  <a:pt x="84540" y="125464"/>
                  <a:pt x="83708" y="128210"/>
                </a:cubicBezTo>
                <a:close/>
                <a:moveTo>
                  <a:pt x="90367" y="118833"/>
                </a:moveTo>
                <a:cubicBezTo>
                  <a:pt x="85844" y="120192"/>
                  <a:pt x="81377" y="121468"/>
                  <a:pt x="77021" y="122634"/>
                </a:cubicBezTo>
                <a:cubicBezTo>
                  <a:pt x="83680" y="118250"/>
                  <a:pt x="85678" y="112756"/>
                  <a:pt x="86150" y="111230"/>
                </a:cubicBezTo>
                <a:lnTo>
                  <a:pt x="106431" y="113644"/>
                </a:lnTo>
                <a:cubicBezTo>
                  <a:pt x="100910" y="115531"/>
                  <a:pt x="95555" y="117279"/>
                  <a:pt x="90367" y="118833"/>
                </a:cubicBezTo>
                <a:close/>
                <a:moveTo>
                  <a:pt x="92975" y="104183"/>
                </a:moveTo>
                <a:cubicBezTo>
                  <a:pt x="97359" y="103545"/>
                  <a:pt x="99551" y="99661"/>
                  <a:pt x="100383" y="97718"/>
                </a:cubicBezTo>
                <a:lnTo>
                  <a:pt x="107513" y="112285"/>
                </a:lnTo>
                <a:cubicBezTo>
                  <a:pt x="105211" y="111036"/>
                  <a:pt x="100050" y="108178"/>
                  <a:pt x="92975" y="104183"/>
                </a:cubicBezTo>
                <a:close/>
                <a:moveTo>
                  <a:pt x="108568" y="112257"/>
                </a:moveTo>
                <a:lnTo>
                  <a:pt x="101382" y="97607"/>
                </a:lnTo>
                <a:cubicBezTo>
                  <a:pt x="106071" y="99605"/>
                  <a:pt x="111564" y="97302"/>
                  <a:pt x="113812" y="96137"/>
                </a:cubicBezTo>
                <a:cubicBezTo>
                  <a:pt x="111925" y="102962"/>
                  <a:pt x="110149" y="108539"/>
                  <a:pt x="108568" y="112257"/>
                </a:cubicBezTo>
                <a:close/>
                <a:moveTo>
                  <a:pt x="114894" y="95860"/>
                </a:moveTo>
                <a:cubicBezTo>
                  <a:pt x="118612" y="97580"/>
                  <a:pt x="125548" y="95887"/>
                  <a:pt x="129016" y="94861"/>
                </a:cubicBezTo>
                <a:cubicBezTo>
                  <a:pt x="122385" y="101159"/>
                  <a:pt x="115920" y="106930"/>
                  <a:pt x="109789" y="111841"/>
                </a:cubicBezTo>
                <a:cubicBezTo>
                  <a:pt x="111315" y="108012"/>
                  <a:pt x="113063" y="102491"/>
                  <a:pt x="114894" y="95860"/>
                </a:cubicBezTo>
                <a:close/>
                <a:moveTo>
                  <a:pt x="111120" y="112007"/>
                </a:moveTo>
                <a:cubicBezTo>
                  <a:pt x="117308" y="106985"/>
                  <a:pt x="123828" y="101131"/>
                  <a:pt x="130514" y="94750"/>
                </a:cubicBezTo>
                <a:cubicBezTo>
                  <a:pt x="131430" y="97885"/>
                  <a:pt x="137950" y="99466"/>
                  <a:pt x="141224" y="100077"/>
                </a:cubicBezTo>
                <a:cubicBezTo>
                  <a:pt x="130820" y="104627"/>
                  <a:pt x="120720" y="108595"/>
                  <a:pt x="111120" y="112007"/>
                </a:cubicBezTo>
                <a:close/>
                <a:moveTo>
                  <a:pt x="142833" y="99383"/>
                </a:moveTo>
                <a:cubicBezTo>
                  <a:pt x="139337" y="98856"/>
                  <a:pt x="131236" y="96997"/>
                  <a:pt x="131375" y="93917"/>
                </a:cubicBezTo>
                <a:cubicBezTo>
                  <a:pt x="135481" y="89978"/>
                  <a:pt x="139643" y="85844"/>
                  <a:pt x="143804" y="81599"/>
                </a:cubicBezTo>
                <a:cubicBezTo>
                  <a:pt x="144137" y="83457"/>
                  <a:pt x="145247" y="87619"/>
                  <a:pt x="148854" y="90255"/>
                </a:cubicBezTo>
                <a:cubicBezTo>
                  <a:pt x="151213" y="92003"/>
                  <a:pt x="154209" y="92724"/>
                  <a:pt x="157760" y="92447"/>
                </a:cubicBezTo>
                <a:cubicBezTo>
                  <a:pt x="152739" y="94888"/>
                  <a:pt x="147744" y="97191"/>
                  <a:pt x="142833" y="99355"/>
                </a:cubicBezTo>
                <a:close/>
                <a:moveTo>
                  <a:pt x="163254" y="97635"/>
                </a:moveTo>
                <a:cubicBezTo>
                  <a:pt x="162227" y="95610"/>
                  <a:pt x="160479" y="94056"/>
                  <a:pt x="158343" y="93307"/>
                </a:cubicBezTo>
                <a:cubicBezTo>
                  <a:pt x="159342" y="92808"/>
                  <a:pt x="160341" y="92336"/>
                  <a:pt x="161340" y="91836"/>
                </a:cubicBezTo>
                <a:cubicBezTo>
                  <a:pt x="161367" y="91836"/>
                  <a:pt x="161367" y="91836"/>
                  <a:pt x="161395" y="91809"/>
                </a:cubicBezTo>
                <a:cubicBezTo>
                  <a:pt x="162033" y="91504"/>
                  <a:pt x="162644" y="91198"/>
                  <a:pt x="163254" y="90893"/>
                </a:cubicBezTo>
                <a:lnTo>
                  <a:pt x="163254" y="97635"/>
                </a:lnTo>
                <a:close/>
                <a:moveTo>
                  <a:pt x="164225" y="92919"/>
                </a:moveTo>
                <a:lnTo>
                  <a:pt x="164225" y="90394"/>
                </a:lnTo>
                <a:cubicBezTo>
                  <a:pt x="165002" y="90005"/>
                  <a:pt x="165807" y="89589"/>
                  <a:pt x="166611" y="89173"/>
                </a:cubicBezTo>
                <a:cubicBezTo>
                  <a:pt x="165668" y="90311"/>
                  <a:pt x="164863" y="91587"/>
                  <a:pt x="164225" y="92891"/>
                </a:cubicBezTo>
                <a:close/>
                <a:moveTo>
                  <a:pt x="160618" y="91032"/>
                </a:moveTo>
                <a:cubicBezTo>
                  <a:pt x="155957" y="92031"/>
                  <a:pt x="152184" y="91531"/>
                  <a:pt x="149409" y="89506"/>
                </a:cubicBezTo>
                <a:cubicBezTo>
                  <a:pt x="145552" y="86648"/>
                  <a:pt x="144776" y="81710"/>
                  <a:pt x="144637" y="80738"/>
                </a:cubicBezTo>
                <a:cubicBezTo>
                  <a:pt x="146690" y="78630"/>
                  <a:pt x="148743" y="76493"/>
                  <a:pt x="150796" y="74357"/>
                </a:cubicBezTo>
                <a:cubicBezTo>
                  <a:pt x="161423" y="79712"/>
                  <a:pt x="176156" y="79989"/>
                  <a:pt x="181677" y="79906"/>
                </a:cubicBezTo>
                <a:cubicBezTo>
                  <a:pt x="174574" y="83901"/>
                  <a:pt x="167555" y="87619"/>
                  <a:pt x="160618" y="91032"/>
                </a:cubicBezTo>
                <a:close/>
                <a:moveTo>
                  <a:pt x="183453" y="78880"/>
                </a:moveTo>
                <a:cubicBezTo>
                  <a:pt x="180789" y="79018"/>
                  <a:pt x="163504" y="79573"/>
                  <a:pt x="151490" y="73608"/>
                </a:cubicBezTo>
                <a:cubicBezTo>
                  <a:pt x="155652" y="69252"/>
                  <a:pt x="159786" y="64785"/>
                  <a:pt x="163837" y="60318"/>
                </a:cubicBezTo>
                <a:cubicBezTo>
                  <a:pt x="166417" y="61539"/>
                  <a:pt x="183730" y="69585"/>
                  <a:pt x="196021" y="69585"/>
                </a:cubicBezTo>
                <a:cubicBezTo>
                  <a:pt x="197159" y="69585"/>
                  <a:pt x="198269" y="69502"/>
                  <a:pt x="199406" y="69335"/>
                </a:cubicBezTo>
                <a:cubicBezTo>
                  <a:pt x="194079" y="72692"/>
                  <a:pt x="188752" y="75883"/>
                  <a:pt x="183453" y="78880"/>
                </a:cubicBezTo>
                <a:close/>
                <a:moveTo>
                  <a:pt x="216636" y="67060"/>
                </a:moveTo>
                <a:lnTo>
                  <a:pt x="216636" y="59208"/>
                </a:lnTo>
                <a:cubicBezTo>
                  <a:pt x="219744" y="57016"/>
                  <a:pt x="222851" y="54797"/>
                  <a:pt x="225903" y="52549"/>
                </a:cubicBezTo>
                <a:cubicBezTo>
                  <a:pt x="222379" y="56323"/>
                  <a:pt x="218440" y="61456"/>
                  <a:pt x="216636" y="67060"/>
                </a:cubicBezTo>
                <a:close/>
                <a:moveTo>
                  <a:pt x="234116" y="45058"/>
                </a:moveTo>
                <a:cubicBezTo>
                  <a:pt x="223434" y="53354"/>
                  <a:pt x="212669" y="60901"/>
                  <a:pt x="201959" y="67726"/>
                </a:cubicBezTo>
                <a:cubicBezTo>
                  <a:pt x="191221" y="71666"/>
                  <a:pt x="168304" y="61345"/>
                  <a:pt x="164530" y="59569"/>
                </a:cubicBezTo>
                <a:cubicBezTo>
                  <a:pt x="171189" y="52244"/>
                  <a:pt x="177654" y="44892"/>
                  <a:pt x="183813" y="37789"/>
                </a:cubicBezTo>
                <a:cubicBezTo>
                  <a:pt x="196271" y="55352"/>
                  <a:pt x="224849" y="48027"/>
                  <a:pt x="234116" y="45058"/>
                </a:cubicBezTo>
                <a:close/>
                <a:moveTo>
                  <a:pt x="129987" y="29909"/>
                </a:moveTo>
                <a:cubicBezTo>
                  <a:pt x="134454" y="29576"/>
                  <a:pt x="180928" y="25997"/>
                  <a:pt x="202042" y="14733"/>
                </a:cubicBezTo>
                <a:cubicBezTo>
                  <a:pt x="196465" y="21447"/>
                  <a:pt x="190223" y="28883"/>
                  <a:pt x="183536" y="36624"/>
                </a:cubicBezTo>
                <a:cubicBezTo>
                  <a:pt x="180456" y="37567"/>
                  <a:pt x="139226" y="49581"/>
                  <a:pt x="128545" y="36873"/>
                </a:cubicBezTo>
                <a:cubicBezTo>
                  <a:pt x="129044" y="34543"/>
                  <a:pt x="129516" y="32212"/>
                  <a:pt x="129987" y="29909"/>
                </a:cubicBezTo>
                <a:close/>
                <a:moveTo>
                  <a:pt x="128323" y="38011"/>
                </a:moveTo>
                <a:cubicBezTo>
                  <a:pt x="139226" y="49497"/>
                  <a:pt x="174297" y="40286"/>
                  <a:pt x="182371" y="37955"/>
                </a:cubicBezTo>
                <a:cubicBezTo>
                  <a:pt x="176322" y="44975"/>
                  <a:pt x="169941" y="52189"/>
                  <a:pt x="163393" y="59402"/>
                </a:cubicBezTo>
                <a:cubicBezTo>
                  <a:pt x="150075" y="66394"/>
                  <a:pt x="126852" y="61650"/>
                  <a:pt x="123384" y="60873"/>
                </a:cubicBezTo>
                <a:cubicBezTo>
                  <a:pt x="125076" y="53326"/>
                  <a:pt x="126741" y="45585"/>
                  <a:pt x="128323" y="38011"/>
                </a:cubicBezTo>
                <a:close/>
                <a:moveTo>
                  <a:pt x="127435" y="37539"/>
                </a:moveTo>
                <a:cubicBezTo>
                  <a:pt x="125825" y="45280"/>
                  <a:pt x="124133" y="53243"/>
                  <a:pt x="122413" y="60956"/>
                </a:cubicBezTo>
                <a:cubicBezTo>
                  <a:pt x="121636" y="61511"/>
                  <a:pt x="120804" y="61955"/>
                  <a:pt x="119943" y="62288"/>
                </a:cubicBezTo>
                <a:cubicBezTo>
                  <a:pt x="117446" y="61234"/>
                  <a:pt x="89202" y="48804"/>
                  <a:pt x="77215" y="31768"/>
                </a:cubicBezTo>
                <a:cubicBezTo>
                  <a:pt x="95527" y="38483"/>
                  <a:pt x="122773" y="37733"/>
                  <a:pt x="127435" y="37539"/>
                </a:cubicBezTo>
                <a:close/>
                <a:moveTo>
                  <a:pt x="75662" y="31158"/>
                </a:moveTo>
                <a:cubicBezTo>
                  <a:pt x="86482" y="47749"/>
                  <a:pt x="112868" y="60179"/>
                  <a:pt x="118612" y="62760"/>
                </a:cubicBezTo>
                <a:cubicBezTo>
                  <a:pt x="107347" y="66200"/>
                  <a:pt x="85733" y="61372"/>
                  <a:pt x="83403" y="60845"/>
                </a:cubicBezTo>
                <a:lnTo>
                  <a:pt x="66228" y="25748"/>
                </a:lnTo>
                <a:cubicBezTo>
                  <a:pt x="68781" y="27912"/>
                  <a:pt x="71999" y="29715"/>
                  <a:pt x="75662" y="31158"/>
                </a:cubicBezTo>
                <a:close/>
                <a:moveTo>
                  <a:pt x="82598" y="61345"/>
                </a:moveTo>
                <a:cubicBezTo>
                  <a:pt x="82570" y="64840"/>
                  <a:pt x="77576" y="69724"/>
                  <a:pt x="72083" y="74052"/>
                </a:cubicBezTo>
                <a:cubicBezTo>
                  <a:pt x="70779" y="74385"/>
                  <a:pt x="54298" y="78824"/>
                  <a:pt x="45142" y="75606"/>
                </a:cubicBezTo>
                <a:cubicBezTo>
                  <a:pt x="42145" y="73719"/>
                  <a:pt x="39121" y="71777"/>
                  <a:pt x="36097" y="69835"/>
                </a:cubicBezTo>
                <a:cubicBezTo>
                  <a:pt x="55408" y="61178"/>
                  <a:pt x="63232" y="31574"/>
                  <a:pt x="64758" y="24887"/>
                </a:cubicBezTo>
                <a:close/>
                <a:moveTo>
                  <a:pt x="58598" y="12263"/>
                </a:moveTo>
                <a:lnTo>
                  <a:pt x="64092" y="23528"/>
                </a:lnTo>
                <a:cubicBezTo>
                  <a:pt x="63565" y="26080"/>
                  <a:pt x="56129" y="60373"/>
                  <a:pt x="35153" y="69196"/>
                </a:cubicBezTo>
                <a:cubicBezTo>
                  <a:pt x="30464" y="66144"/>
                  <a:pt x="25803" y="63037"/>
                  <a:pt x="21197" y="59930"/>
                </a:cubicBezTo>
                <a:cubicBezTo>
                  <a:pt x="32296" y="55796"/>
                  <a:pt x="54991" y="18312"/>
                  <a:pt x="58598" y="12263"/>
                </a:cubicBezTo>
                <a:close/>
                <a:moveTo>
                  <a:pt x="34599" y="69973"/>
                </a:moveTo>
                <a:cubicBezTo>
                  <a:pt x="34710" y="72221"/>
                  <a:pt x="35403" y="94888"/>
                  <a:pt x="25332" y="102990"/>
                </a:cubicBezTo>
                <a:lnTo>
                  <a:pt x="21780" y="101908"/>
                </a:lnTo>
                <a:cubicBezTo>
                  <a:pt x="27607" y="90588"/>
                  <a:pt x="22196" y="66450"/>
                  <a:pt x="20809" y="60790"/>
                </a:cubicBezTo>
                <a:cubicBezTo>
                  <a:pt x="25359" y="63897"/>
                  <a:pt x="29965" y="66977"/>
                  <a:pt x="34599" y="69973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9_1">
    <p:bg>
      <p:bgPr>
        <a:solidFill>
          <a:schemeClr val="dk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1"/>
          </p:nvPr>
        </p:nvSpPr>
        <p:spPr>
          <a:xfrm>
            <a:off x="1747944" y="3939575"/>
            <a:ext cx="15474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subTitle" idx="2"/>
          </p:nvPr>
        </p:nvSpPr>
        <p:spPr>
          <a:xfrm>
            <a:off x="1747944" y="3648788"/>
            <a:ext cx="15474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1800" b="1">
                <a:solidFill>
                  <a:schemeClr val="lt2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subTitle" idx="3"/>
          </p:nvPr>
        </p:nvSpPr>
        <p:spPr>
          <a:xfrm>
            <a:off x="3798300" y="3930872"/>
            <a:ext cx="15474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subTitle" idx="4"/>
          </p:nvPr>
        </p:nvSpPr>
        <p:spPr>
          <a:xfrm>
            <a:off x="3798300" y="3648788"/>
            <a:ext cx="15474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1800" b="1">
                <a:solidFill>
                  <a:schemeClr val="lt2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5"/>
          </p:nvPr>
        </p:nvSpPr>
        <p:spPr>
          <a:xfrm>
            <a:off x="5848613" y="3930872"/>
            <a:ext cx="15474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ubTitle" idx="6"/>
          </p:nvPr>
        </p:nvSpPr>
        <p:spPr>
          <a:xfrm>
            <a:off x="5848613" y="3648788"/>
            <a:ext cx="15474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1800" b="1">
                <a:solidFill>
                  <a:schemeClr val="lt2"/>
                </a:solidFill>
                <a:latin typeface="Stoke"/>
                <a:ea typeface="Stoke"/>
                <a:cs typeface="Stoke"/>
                <a:sym typeface="Stok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roissant One"/>
              <a:buNone/>
              <a:defRPr sz="2000">
                <a:solidFill>
                  <a:schemeClr val="lt2"/>
                </a:solidFill>
                <a:latin typeface="Croissant One"/>
                <a:ea typeface="Croissant One"/>
                <a:cs typeface="Croissant One"/>
                <a:sym typeface="Croissant One"/>
              </a:defRPr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1747944" y="3095225"/>
            <a:ext cx="15474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title" idx="8" hasCustomPrompt="1"/>
          </p:nvPr>
        </p:nvSpPr>
        <p:spPr>
          <a:xfrm>
            <a:off x="5848613" y="3095225"/>
            <a:ext cx="15474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 idx="9" hasCustomPrompt="1"/>
          </p:nvPr>
        </p:nvSpPr>
        <p:spPr>
          <a:xfrm>
            <a:off x="3798300" y="3095225"/>
            <a:ext cx="15474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5_1">
    <p:bg>
      <p:bgPr>
        <a:solidFill>
          <a:schemeClr val="dk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subTitle" idx="1"/>
          </p:nvPr>
        </p:nvSpPr>
        <p:spPr>
          <a:xfrm flipH="1">
            <a:off x="5124475" y="3312875"/>
            <a:ext cx="3306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 flipH="1">
            <a:off x="5124525" y="1040600"/>
            <a:ext cx="3283800" cy="22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9"/>
          <p:cNvSpPr/>
          <p:nvPr/>
        </p:nvSpPr>
        <p:spPr>
          <a:xfrm rot="-5400000" flipH="1">
            <a:off x="7537895" y="-561000"/>
            <a:ext cx="1045120" cy="2167110"/>
          </a:xfrm>
          <a:custGeom>
            <a:avLst/>
            <a:gdLst/>
            <a:ahLst/>
            <a:cxnLst/>
            <a:rect l="l" t="t" r="r" b="b"/>
            <a:pathLst>
              <a:path w="100856" h="209130" extrusionOk="0">
                <a:moveTo>
                  <a:pt x="66670" y="209129"/>
                </a:moveTo>
                <a:lnTo>
                  <a:pt x="64681" y="199340"/>
                </a:lnTo>
                <a:cubicBezTo>
                  <a:pt x="65867" y="186740"/>
                  <a:pt x="82290" y="183089"/>
                  <a:pt x="84680" y="182630"/>
                </a:cubicBezTo>
                <a:cubicBezTo>
                  <a:pt x="89689" y="191864"/>
                  <a:pt x="94718" y="200736"/>
                  <a:pt x="99670" y="209129"/>
                </a:cubicBezTo>
                <a:lnTo>
                  <a:pt x="100855" y="209129"/>
                </a:lnTo>
                <a:cubicBezTo>
                  <a:pt x="62349" y="144257"/>
                  <a:pt x="20439" y="48506"/>
                  <a:pt x="0" y="0"/>
                </a:cubicBezTo>
                <a:lnTo>
                  <a:pt x="0" y="2619"/>
                </a:lnTo>
                <a:cubicBezTo>
                  <a:pt x="3078" y="9904"/>
                  <a:pt x="6596" y="18164"/>
                  <a:pt x="10497" y="27169"/>
                </a:cubicBezTo>
                <a:cubicBezTo>
                  <a:pt x="9617" y="28297"/>
                  <a:pt x="5009" y="34186"/>
                  <a:pt x="0" y="40361"/>
                </a:cubicBezTo>
                <a:lnTo>
                  <a:pt x="0" y="41986"/>
                </a:lnTo>
                <a:cubicBezTo>
                  <a:pt x="4837" y="36059"/>
                  <a:pt x="9445" y="30171"/>
                  <a:pt x="10955" y="28240"/>
                </a:cubicBezTo>
                <a:cubicBezTo>
                  <a:pt x="12791" y="32465"/>
                  <a:pt x="14703" y="36843"/>
                  <a:pt x="16691" y="41375"/>
                </a:cubicBezTo>
                <a:cubicBezTo>
                  <a:pt x="15716" y="46174"/>
                  <a:pt x="6711" y="54376"/>
                  <a:pt x="0" y="59940"/>
                </a:cubicBezTo>
                <a:lnTo>
                  <a:pt x="0" y="61278"/>
                </a:lnTo>
                <a:cubicBezTo>
                  <a:pt x="6367" y="56058"/>
                  <a:pt x="15200" y="48143"/>
                  <a:pt x="17303" y="42790"/>
                </a:cubicBezTo>
                <a:cubicBezTo>
                  <a:pt x="18775" y="46097"/>
                  <a:pt x="20267" y="49481"/>
                  <a:pt x="21796" y="52923"/>
                </a:cubicBezTo>
                <a:cubicBezTo>
                  <a:pt x="21567" y="54013"/>
                  <a:pt x="18431" y="68983"/>
                  <a:pt x="13384" y="74796"/>
                </a:cubicBezTo>
                <a:cubicBezTo>
                  <a:pt x="13307" y="74853"/>
                  <a:pt x="13269" y="74910"/>
                  <a:pt x="13212" y="74987"/>
                </a:cubicBezTo>
                <a:cubicBezTo>
                  <a:pt x="12198" y="76115"/>
                  <a:pt x="11108" y="76860"/>
                  <a:pt x="9942" y="77052"/>
                </a:cubicBezTo>
                <a:lnTo>
                  <a:pt x="0" y="70360"/>
                </a:lnTo>
                <a:lnTo>
                  <a:pt x="0" y="71584"/>
                </a:lnTo>
                <a:lnTo>
                  <a:pt x="9407" y="77912"/>
                </a:lnTo>
                <a:cubicBezTo>
                  <a:pt x="10133" y="79901"/>
                  <a:pt x="18144" y="102060"/>
                  <a:pt x="17341" y="108580"/>
                </a:cubicBezTo>
                <a:lnTo>
                  <a:pt x="6501" y="112060"/>
                </a:lnTo>
                <a:lnTo>
                  <a:pt x="0" y="89269"/>
                </a:lnTo>
                <a:lnTo>
                  <a:pt x="0" y="92997"/>
                </a:lnTo>
                <a:lnTo>
                  <a:pt x="5526" y="112365"/>
                </a:lnTo>
                <a:lnTo>
                  <a:pt x="0" y="114144"/>
                </a:lnTo>
                <a:lnTo>
                  <a:pt x="0" y="115214"/>
                </a:lnTo>
                <a:lnTo>
                  <a:pt x="6080" y="113264"/>
                </a:lnTo>
                <a:cubicBezTo>
                  <a:pt x="8298" y="114622"/>
                  <a:pt x="30018" y="128120"/>
                  <a:pt x="33899" y="136093"/>
                </a:cubicBezTo>
                <a:lnTo>
                  <a:pt x="30629" y="148253"/>
                </a:lnTo>
                <a:cubicBezTo>
                  <a:pt x="27092" y="143836"/>
                  <a:pt x="9980" y="122747"/>
                  <a:pt x="0" y="116094"/>
                </a:cubicBezTo>
                <a:lnTo>
                  <a:pt x="0" y="117337"/>
                </a:lnTo>
                <a:cubicBezTo>
                  <a:pt x="10420" y="124659"/>
                  <a:pt x="28488" y="147201"/>
                  <a:pt x="30285" y="149476"/>
                </a:cubicBezTo>
                <a:lnTo>
                  <a:pt x="27226" y="160814"/>
                </a:lnTo>
                <a:cubicBezTo>
                  <a:pt x="24033" y="156474"/>
                  <a:pt x="9770" y="137221"/>
                  <a:pt x="0" y="125730"/>
                </a:cubicBezTo>
                <a:lnTo>
                  <a:pt x="0" y="127279"/>
                </a:lnTo>
                <a:cubicBezTo>
                  <a:pt x="8240" y="137106"/>
                  <a:pt x="19808" y="152440"/>
                  <a:pt x="26901" y="162076"/>
                </a:cubicBezTo>
                <a:lnTo>
                  <a:pt x="22274" y="179188"/>
                </a:lnTo>
                <a:cubicBezTo>
                  <a:pt x="18909" y="167315"/>
                  <a:pt x="6807" y="152478"/>
                  <a:pt x="0" y="144792"/>
                </a:cubicBezTo>
                <a:lnTo>
                  <a:pt x="0" y="146379"/>
                </a:lnTo>
                <a:cubicBezTo>
                  <a:pt x="7227" y="154658"/>
                  <a:pt x="19349" y="169877"/>
                  <a:pt x="21739" y="181215"/>
                </a:cubicBezTo>
                <a:lnTo>
                  <a:pt x="16137" y="201979"/>
                </a:lnTo>
                <a:cubicBezTo>
                  <a:pt x="13957" y="196491"/>
                  <a:pt x="6137" y="177066"/>
                  <a:pt x="0" y="164600"/>
                </a:cubicBezTo>
                <a:lnTo>
                  <a:pt x="0" y="166933"/>
                </a:lnTo>
                <a:cubicBezTo>
                  <a:pt x="6654" y="180813"/>
                  <a:pt x="14894" y="201596"/>
                  <a:pt x="15697" y="203623"/>
                </a:cubicBezTo>
                <a:lnTo>
                  <a:pt x="14206" y="209129"/>
                </a:lnTo>
                <a:lnTo>
                  <a:pt x="15257" y="209129"/>
                </a:lnTo>
                <a:lnTo>
                  <a:pt x="16691" y="203872"/>
                </a:lnTo>
                <a:cubicBezTo>
                  <a:pt x="27570" y="192209"/>
                  <a:pt x="58085" y="191310"/>
                  <a:pt x="61985" y="191253"/>
                </a:cubicBezTo>
                <a:lnTo>
                  <a:pt x="65637" y="209129"/>
                </a:lnTo>
                <a:lnTo>
                  <a:pt x="66670" y="209129"/>
                </a:lnTo>
                <a:close/>
                <a:moveTo>
                  <a:pt x="22504" y="54510"/>
                </a:moveTo>
                <a:cubicBezTo>
                  <a:pt x="25066" y="60284"/>
                  <a:pt x="27742" y="66249"/>
                  <a:pt x="30496" y="72310"/>
                </a:cubicBezTo>
                <a:cubicBezTo>
                  <a:pt x="30496" y="72348"/>
                  <a:pt x="30496" y="72387"/>
                  <a:pt x="30496" y="72425"/>
                </a:cubicBezTo>
                <a:cubicBezTo>
                  <a:pt x="30629" y="73075"/>
                  <a:pt x="30706" y="73725"/>
                  <a:pt x="30763" y="74375"/>
                </a:cubicBezTo>
                <a:cubicBezTo>
                  <a:pt x="28526" y="74318"/>
                  <a:pt x="20324" y="74126"/>
                  <a:pt x="14798" y="74604"/>
                </a:cubicBezTo>
                <a:cubicBezTo>
                  <a:pt x="18966" y="69021"/>
                  <a:pt x="21624" y="58410"/>
                  <a:pt x="22504" y="54510"/>
                </a:cubicBezTo>
                <a:close/>
                <a:moveTo>
                  <a:pt x="66975" y="148788"/>
                </a:moveTo>
                <a:cubicBezTo>
                  <a:pt x="68620" y="152058"/>
                  <a:pt x="70283" y="155308"/>
                  <a:pt x="71946" y="158539"/>
                </a:cubicBezTo>
                <a:cubicBezTo>
                  <a:pt x="66211" y="162191"/>
                  <a:pt x="62540" y="176741"/>
                  <a:pt x="61278" y="182630"/>
                </a:cubicBezTo>
                <a:lnTo>
                  <a:pt x="60456" y="178653"/>
                </a:lnTo>
                <a:cubicBezTo>
                  <a:pt x="60456" y="178653"/>
                  <a:pt x="60456" y="178653"/>
                  <a:pt x="60456" y="178653"/>
                </a:cubicBezTo>
                <a:lnTo>
                  <a:pt x="56249" y="157966"/>
                </a:lnTo>
                <a:cubicBezTo>
                  <a:pt x="58257" y="155002"/>
                  <a:pt x="63763" y="148081"/>
                  <a:pt x="66975" y="148788"/>
                </a:cubicBezTo>
                <a:close/>
                <a:moveTo>
                  <a:pt x="55217" y="158004"/>
                </a:moveTo>
                <a:lnTo>
                  <a:pt x="56976" y="166646"/>
                </a:lnTo>
                <a:cubicBezTo>
                  <a:pt x="55198" y="165575"/>
                  <a:pt x="51297" y="163281"/>
                  <a:pt x="46804" y="160948"/>
                </a:cubicBezTo>
                <a:cubicBezTo>
                  <a:pt x="45906" y="155327"/>
                  <a:pt x="43057" y="142402"/>
                  <a:pt x="41872" y="137125"/>
                </a:cubicBezTo>
                <a:cubicBezTo>
                  <a:pt x="46881" y="143760"/>
                  <a:pt x="53458" y="153052"/>
                  <a:pt x="55217" y="158004"/>
                </a:cubicBezTo>
                <a:close/>
                <a:moveTo>
                  <a:pt x="36881" y="128980"/>
                </a:moveTo>
                <a:lnTo>
                  <a:pt x="38640" y="122403"/>
                </a:lnTo>
                <a:cubicBezTo>
                  <a:pt x="44395" y="123302"/>
                  <a:pt x="49864" y="133187"/>
                  <a:pt x="50322" y="134047"/>
                </a:cubicBezTo>
                <a:lnTo>
                  <a:pt x="54337" y="153740"/>
                </a:lnTo>
                <a:cubicBezTo>
                  <a:pt x="49462" y="144792"/>
                  <a:pt x="38411" y="130892"/>
                  <a:pt x="36881" y="128980"/>
                </a:cubicBezTo>
                <a:close/>
                <a:moveTo>
                  <a:pt x="60800" y="136456"/>
                </a:moveTo>
                <a:cubicBezTo>
                  <a:pt x="62674" y="140223"/>
                  <a:pt x="64547" y="143989"/>
                  <a:pt x="66440" y="147717"/>
                </a:cubicBezTo>
                <a:cubicBezTo>
                  <a:pt x="62635" y="147794"/>
                  <a:pt x="57798" y="154027"/>
                  <a:pt x="55963" y="156589"/>
                </a:cubicBezTo>
                <a:lnTo>
                  <a:pt x="51393" y="134181"/>
                </a:lnTo>
                <a:cubicBezTo>
                  <a:pt x="55695" y="132192"/>
                  <a:pt x="60704" y="136380"/>
                  <a:pt x="60762" y="136418"/>
                </a:cubicBezTo>
                <a:cubicBezTo>
                  <a:pt x="60781" y="136437"/>
                  <a:pt x="60781" y="136437"/>
                  <a:pt x="60800" y="136456"/>
                </a:cubicBezTo>
                <a:close/>
                <a:moveTo>
                  <a:pt x="59863" y="134525"/>
                </a:moveTo>
                <a:cubicBezTo>
                  <a:pt x="57913" y="133320"/>
                  <a:pt x="54471" y="131753"/>
                  <a:pt x="51183" y="133148"/>
                </a:cubicBezTo>
                <a:lnTo>
                  <a:pt x="45313" y="104335"/>
                </a:lnTo>
                <a:cubicBezTo>
                  <a:pt x="50036" y="114354"/>
                  <a:pt x="54892" y="124468"/>
                  <a:pt x="59863" y="134525"/>
                </a:cubicBezTo>
                <a:close/>
                <a:moveTo>
                  <a:pt x="49711" y="131007"/>
                </a:moveTo>
                <a:cubicBezTo>
                  <a:pt x="47550" y="127661"/>
                  <a:pt x="43439" y="122212"/>
                  <a:pt x="38908" y="121428"/>
                </a:cubicBezTo>
                <a:lnTo>
                  <a:pt x="43956" y="102767"/>
                </a:lnTo>
                <a:close/>
                <a:moveTo>
                  <a:pt x="38277" y="119860"/>
                </a:moveTo>
                <a:cubicBezTo>
                  <a:pt x="37206" y="116132"/>
                  <a:pt x="34453" y="107911"/>
                  <a:pt x="30247" y="105502"/>
                </a:cubicBezTo>
                <a:lnTo>
                  <a:pt x="43286" y="101314"/>
                </a:lnTo>
                <a:close/>
                <a:moveTo>
                  <a:pt x="29348" y="104718"/>
                </a:moveTo>
                <a:cubicBezTo>
                  <a:pt x="29540" y="102175"/>
                  <a:pt x="29960" y="94737"/>
                  <a:pt x="28794" y="90932"/>
                </a:cubicBezTo>
                <a:lnTo>
                  <a:pt x="42866" y="100378"/>
                </a:lnTo>
                <a:close/>
                <a:moveTo>
                  <a:pt x="42885" y="99173"/>
                </a:moveTo>
                <a:lnTo>
                  <a:pt x="28010" y="89173"/>
                </a:lnTo>
                <a:cubicBezTo>
                  <a:pt x="29023" y="87663"/>
                  <a:pt x="32140" y="82329"/>
                  <a:pt x="31834" y="75254"/>
                </a:cubicBezTo>
                <a:cubicBezTo>
                  <a:pt x="35390" y="83074"/>
                  <a:pt x="39080" y="91066"/>
                  <a:pt x="42885" y="99173"/>
                </a:cubicBezTo>
                <a:close/>
                <a:moveTo>
                  <a:pt x="11051" y="77797"/>
                </a:moveTo>
                <a:cubicBezTo>
                  <a:pt x="12141" y="77319"/>
                  <a:pt x="13116" y="76612"/>
                  <a:pt x="13900" y="75713"/>
                </a:cubicBezTo>
                <a:cubicBezTo>
                  <a:pt x="19368" y="75121"/>
                  <a:pt x="28603" y="75331"/>
                  <a:pt x="30801" y="75388"/>
                </a:cubicBezTo>
                <a:cubicBezTo>
                  <a:pt x="31050" y="82061"/>
                  <a:pt x="28086" y="87185"/>
                  <a:pt x="27150" y="88600"/>
                </a:cubicBezTo>
                <a:close/>
                <a:moveTo>
                  <a:pt x="10841" y="78887"/>
                </a:moveTo>
                <a:lnTo>
                  <a:pt x="27016" y="89728"/>
                </a:lnTo>
                <a:cubicBezTo>
                  <a:pt x="28794" y="90932"/>
                  <a:pt x="28737" y="99613"/>
                  <a:pt x="28297" y="105062"/>
                </a:cubicBezTo>
                <a:lnTo>
                  <a:pt x="18412" y="108236"/>
                </a:lnTo>
                <a:cubicBezTo>
                  <a:pt x="18775" y="101678"/>
                  <a:pt x="12714" y="84126"/>
                  <a:pt x="10841" y="78887"/>
                </a:cubicBezTo>
                <a:close/>
                <a:moveTo>
                  <a:pt x="28775" y="105980"/>
                </a:moveTo>
                <a:cubicBezTo>
                  <a:pt x="34052" y="107452"/>
                  <a:pt x="37417" y="120472"/>
                  <a:pt x="37742" y="121830"/>
                </a:cubicBezTo>
                <a:lnTo>
                  <a:pt x="36193" y="127565"/>
                </a:lnTo>
                <a:cubicBezTo>
                  <a:pt x="32981" y="121371"/>
                  <a:pt x="21815" y="111677"/>
                  <a:pt x="18852" y="109153"/>
                </a:cubicBezTo>
                <a:close/>
                <a:moveTo>
                  <a:pt x="7361" y="112843"/>
                </a:moveTo>
                <a:lnTo>
                  <a:pt x="17705" y="109536"/>
                </a:lnTo>
                <a:cubicBezTo>
                  <a:pt x="19597" y="111123"/>
                  <a:pt x="33555" y="123015"/>
                  <a:pt x="35792" y="129133"/>
                </a:cubicBezTo>
                <a:lnTo>
                  <a:pt x="34281" y="134678"/>
                </a:lnTo>
                <a:cubicBezTo>
                  <a:pt x="29501" y="126896"/>
                  <a:pt x="11720" y="115558"/>
                  <a:pt x="7361" y="112843"/>
                </a:cubicBezTo>
                <a:close/>
                <a:moveTo>
                  <a:pt x="36556" y="130204"/>
                </a:moveTo>
                <a:cubicBezTo>
                  <a:pt x="37302" y="131160"/>
                  <a:pt x="38698" y="132919"/>
                  <a:pt x="40399" y="135156"/>
                </a:cubicBezTo>
                <a:cubicBezTo>
                  <a:pt x="40724" y="136647"/>
                  <a:pt x="44453" y="153109"/>
                  <a:pt x="45676" y="160355"/>
                </a:cubicBezTo>
                <a:cubicBezTo>
                  <a:pt x="40227" y="157583"/>
                  <a:pt x="34128" y="154926"/>
                  <a:pt x="30018" y="154448"/>
                </a:cubicBezTo>
                <a:close/>
                <a:moveTo>
                  <a:pt x="28067" y="161617"/>
                </a:moveTo>
                <a:lnTo>
                  <a:pt x="29750" y="155442"/>
                </a:lnTo>
                <a:cubicBezTo>
                  <a:pt x="37895" y="156302"/>
                  <a:pt x="55313" y="166837"/>
                  <a:pt x="57244" y="168022"/>
                </a:cubicBezTo>
                <a:lnTo>
                  <a:pt x="59232" y="177716"/>
                </a:lnTo>
                <a:cubicBezTo>
                  <a:pt x="54701" y="174963"/>
                  <a:pt x="36308" y="163912"/>
                  <a:pt x="28067" y="161617"/>
                </a:cubicBezTo>
                <a:close/>
                <a:moveTo>
                  <a:pt x="27819" y="162592"/>
                </a:moveTo>
                <a:cubicBezTo>
                  <a:pt x="36461" y="165040"/>
                  <a:pt x="57397" y="177792"/>
                  <a:pt x="59519" y="179093"/>
                </a:cubicBezTo>
                <a:lnTo>
                  <a:pt x="60551" y="184236"/>
                </a:lnTo>
                <a:cubicBezTo>
                  <a:pt x="49194" y="178653"/>
                  <a:pt x="27283" y="180259"/>
                  <a:pt x="22943" y="180641"/>
                </a:cubicBezTo>
                <a:close/>
                <a:moveTo>
                  <a:pt x="17208" y="201940"/>
                </a:moveTo>
                <a:lnTo>
                  <a:pt x="22657" y="181693"/>
                </a:lnTo>
                <a:cubicBezTo>
                  <a:pt x="25830" y="181406"/>
                  <a:pt x="49749" y="179494"/>
                  <a:pt x="60819" y="185517"/>
                </a:cubicBezTo>
                <a:lnTo>
                  <a:pt x="61775" y="190220"/>
                </a:lnTo>
                <a:cubicBezTo>
                  <a:pt x="57110" y="190297"/>
                  <a:pt x="29176" y="191195"/>
                  <a:pt x="17208" y="201940"/>
                </a:cubicBezTo>
                <a:close/>
                <a:moveTo>
                  <a:pt x="61794" y="185173"/>
                </a:moveTo>
                <a:cubicBezTo>
                  <a:pt x="62081" y="183643"/>
                  <a:pt x="65981" y="163663"/>
                  <a:pt x="72405" y="159457"/>
                </a:cubicBezTo>
                <a:cubicBezTo>
                  <a:pt x="76306" y="167009"/>
                  <a:pt x="80244" y="174466"/>
                  <a:pt x="84164" y="181693"/>
                </a:cubicBezTo>
                <a:cubicBezTo>
                  <a:pt x="81028" y="182362"/>
                  <a:pt x="67052" y="185861"/>
                  <a:pt x="64127" y="19664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50000">
                <a:schemeClr val="accent5"/>
              </a:gs>
              <a:gs pos="100000">
                <a:schemeClr val="accent6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9"/>
          <p:cNvSpPr/>
          <p:nvPr/>
        </p:nvSpPr>
        <p:spPr>
          <a:xfrm rot="5400000" flipH="1">
            <a:off x="627158" y="3525013"/>
            <a:ext cx="1045120" cy="2167110"/>
          </a:xfrm>
          <a:custGeom>
            <a:avLst/>
            <a:gdLst/>
            <a:ahLst/>
            <a:cxnLst/>
            <a:rect l="l" t="t" r="r" b="b"/>
            <a:pathLst>
              <a:path w="100856" h="209130" extrusionOk="0">
                <a:moveTo>
                  <a:pt x="66670" y="209129"/>
                </a:moveTo>
                <a:lnTo>
                  <a:pt x="64681" y="199340"/>
                </a:lnTo>
                <a:cubicBezTo>
                  <a:pt x="65867" y="186740"/>
                  <a:pt x="82290" y="183089"/>
                  <a:pt x="84680" y="182630"/>
                </a:cubicBezTo>
                <a:cubicBezTo>
                  <a:pt x="89689" y="191864"/>
                  <a:pt x="94718" y="200736"/>
                  <a:pt x="99670" y="209129"/>
                </a:cubicBezTo>
                <a:lnTo>
                  <a:pt x="100855" y="209129"/>
                </a:lnTo>
                <a:cubicBezTo>
                  <a:pt x="62349" y="144257"/>
                  <a:pt x="20439" y="48506"/>
                  <a:pt x="0" y="0"/>
                </a:cubicBezTo>
                <a:lnTo>
                  <a:pt x="0" y="2619"/>
                </a:lnTo>
                <a:cubicBezTo>
                  <a:pt x="3078" y="9904"/>
                  <a:pt x="6596" y="18164"/>
                  <a:pt x="10497" y="27169"/>
                </a:cubicBezTo>
                <a:cubicBezTo>
                  <a:pt x="9617" y="28297"/>
                  <a:pt x="5009" y="34186"/>
                  <a:pt x="0" y="40361"/>
                </a:cubicBezTo>
                <a:lnTo>
                  <a:pt x="0" y="41986"/>
                </a:lnTo>
                <a:cubicBezTo>
                  <a:pt x="4837" y="36059"/>
                  <a:pt x="9445" y="30171"/>
                  <a:pt x="10955" y="28240"/>
                </a:cubicBezTo>
                <a:cubicBezTo>
                  <a:pt x="12791" y="32465"/>
                  <a:pt x="14703" y="36843"/>
                  <a:pt x="16691" y="41375"/>
                </a:cubicBezTo>
                <a:cubicBezTo>
                  <a:pt x="15716" y="46174"/>
                  <a:pt x="6711" y="54376"/>
                  <a:pt x="0" y="59940"/>
                </a:cubicBezTo>
                <a:lnTo>
                  <a:pt x="0" y="61278"/>
                </a:lnTo>
                <a:cubicBezTo>
                  <a:pt x="6367" y="56058"/>
                  <a:pt x="15200" y="48143"/>
                  <a:pt x="17303" y="42790"/>
                </a:cubicBezTo>
                <a:cubicBezTo>
                  <a:pt x="18775" y="46097"/>
                  <a:pt x="20267" y="49481"/>
                  <a:pt x="21796" y="52923"/>
                </a:cubicBezTo>
                <a:cubicBezTo>
                  <a:pt x="21567" y="54013"/>
                  <a:pt x="18431" y="68983"/>
                  <a:pt x="13384" y="74796"/>
                </a:cubicBezTo>
                <a:cubicBezTo>
                  <a:pt x="13307" y="74853"/>
                  <a:pt x="13269" y="74910"/>
                  <a:pt x="13212" y="74987"/>
                </a:cubicBezTo>
                <a:cubicBezTo>
                  <a:pt x="12198" y="76115"/>
                  <a:pt x="11108" y="76860"/>
                  <a:pt x="9942" y="77052"/>
                </a:cubicBezTo>
                <a:lnTo>
                  <a:pt x="0" y="70360"/>
                </a:lnTo>
                <a:lnTo>
                  <a:pt x="0" y="71584"/>
                </a:lnTo>
                <a:lnTo>
                  <a:pt x="9407" y="77912"/>
                </a:lnTo>
                <a:cubicBezTo>
                  <a:pt x="10133" y="79901"/>
                  <a:pt x="18144" y="102060"/>
                  <a:pt x="17341" y="108580"/>
                </a:cubicBezTo>
                <a:lnTo>
                  <a:pt x="6501" y="112060"/>
                </a:lnTo>
                <a:lnTo>
                  <a:pt x="0" y="89269"/>
                </a:lnTo>
                <a:lnTo>
                  <a:pt x="0" y="92997"/>
                </a:lnTo>
                <a:lnTo>
                  <a:pt x="5526" y="112365"/>
                </a:lnTo>
                <a:lnTo>
                  <a:pt x="0" y="114144"/>
                </a:lnTo>
                <a:lnTo>
                  <a:pt x="0" y="115214"/>
                </a:lnTo>
                <a:lnTo>
                  <a:pt x="6080" y="113264"/>
                </a:lnTo>
                <a:cubicBezTo>
                  <a:pt x="8298" y="114622"/>
                  <a:pt x="30018" y="128120"/>
                  <a:pt x="33899" y="136093"/>
                </a:cubicBezTo>
                <a:lnTo>
                  <a:pt x="30629" y="148253"/>
                </a:lnTo>
                <a:cubicBezTo>
                  <a:pt x="27092" y="143836"/>
                  <a:pt x="9980" y="122747"/>
                  <a:pt x="0" y="116094"/>
                </a:cubicBezTo>
                <a:lnTo>
                  <a:pt x="0" y="117337"/>
                </a:lnTo>
                <a:cubicBezTo>
                  <a:pt x="10420" y="124659"/>
                  <a:pt x="28488" y="147201"/>
                  <a:pt x="30285" y="149476"/>
                </a:cubicBezTo>
                <a:lnTo>
                  <a:pt x="27226" y="160814"/>
                </a:lnTo>
                <a:cubicBezTo>
                  <a:pt x="24033" y="156474"/>
                  <a:pt x="9770" y="137221"/>
                  <a:pt x="0" y="125730"/>
                </a:cubicBezTo>
                <a:lnTo>
                  <a:pt x="0" y="127279"/>
                </a:lnTo>
                <a:cubicBezTo>
                  <a:pt x="8240" y="137106"/>
                  <a:pt x="19808" y="152440"/>
                  <a:pt x="26901" y="162076"/>
                </a:cubicBezTo>
                <a:lnTo>
                  <a:pt x="22274" y="179188"/>
                </a:lnTo>
                <a:cubicBezTo>
                  <a:pt x="18909" y="167315"/>
                  <a:pt x="6807" y="152478"/>
                  <a:pt x="0" y="144792"/>
                </a:cubicBezTo>
                <a:lnTo>
                  <a:pt x="0" y="146379"/>
                </a:lnTo>
                <a:cubicBezTo>
                  <a:pt x="7227" y="154658"/>
                  <a:pt x="19349" y="169877"/>
                  <a:pt x="21739" y="181215"/>
                </a:cubicBezTo>
                <a:lnTo>
                  <a:pt x="16137" y="201979"/>
                </a:lnTo>
                <a:cubicBezTo>
                  <a:pt x="13957" y="196491"/>
                  <a:pt x="6137" y="177066"/>
                  <a:pt x="0" y="164600"/>
                </a:cubicBezTo>
                <a:lnTo>
                  <a:pt x="0" y="166933"/>
                </a:lnTo>
                <a:cubicBezTo>
                  <a:pt x="6654" y="180813"/>
                  <a:pt x="14894" y="201596"/>
                  <a:pt x="15697" y="203623"/>
                </a:cubicBezTo>
                <a:lnTo>
                  <a:pt x="14206" y="209129"/>
                </a:lnTo>
                <a:lnTo>
                  <a:pt x="15257" y="209129"/>
                </a:lnTo>
                <a:lnTo>
                  <a:pt x="16691" y="203872"/>
                </a:lnTo>
                <a:cubicBezTo>
                  <a:pt x="27570" y="192209"/>
                  <a:pt x="58085" y="191310"/>
                  <a:pt x="61985" y="191253"/>
                </a:cubicBezTo>
                <a:lnTo>
                  <a:pt x="65637" y="209129"/>
                </a:lnTo>
                <a:lnTo>
                  <a:pt x="66670" y="209129"/>
                </a:lnTo>
                <a:close/>
                <a:moveTo>
                  <a:pt x="22504" y="54510"/>
                </a:moveTo>
                <a:cubicBezTo>
                  <a:pt x="25066" y="60284"/>
                  <a:pt x="27742" y="66249"/>
                  <a:pt x="30496" y="72310"/>
                </a:cubicBezTo>
                <a:cubicBezTo>
                  <a:pt x="30496" y="72348"/>
                  <a:pt x="30496" y="72387"/>
                  <a:pt x="30496" y="72425"/>
                </a:cubicBezTo>
                <a:cubicBezTo>
                  <a:pt x="30629" y="73075"/>
                  <a:pt x="30706" y="73725"/>
                  <a:pt x="30763" y="74375"/>
                </a:cubicBezTo>
                <a:cubicBezTo>
                  <a:pt x="28526" y="74318"/>
                  <a:pt x="20324" y="74126"/>
                  <a:pt x="14798" y="74604"/>
                </a:cubicBezTo>
                <a:cubicBezTo>
                  <a:pt x="18966" y="69021"/>
                  <a:pt x="21624" y="58410"/>
                  <a:pt x="22504" y="54510"/>
                </a:cubicBezTo>
                <a:close/>
                <a:moveTo>
                  <a:pt x="66975" y="148788"/>
                </a:moveTo>
                <a:cubicBezTo>
                  <a:pt x="68620" y="152058"/>
                  <a:pt x="70283" y="155308"/>
                  <a:pt x="71946" y="158539"/>
                </a:cubicBezTo>
                <a:cubicBezTo>
                  <a:pt x="66211" y="162191"/>
                  <a:pt x="62540" y="176741"/>
                  <a:pt x="61278" y="182630"/>
                </a:cubicBezTo>
                <a:lnTo>
                  <a:pt x="60456" y="178653"/>
                </a:lnTo>
                <a:cubicBezTo>
                  <a:pt x="60456" y="178653"/>
                  <a:pt x="60456" y="178653"/>
                  <a:pt x="60456" y="178653"/>
                </a:cubicBezTo>
                <a:lnTo>
                  <a:pt x="56249" y="157966"/>
                </a:lnTo>
                <a:cubicBezTo>
                  <a:pt x="58257" y="155002"/>
                  <a:pt x="63763" y="148081"/>
                  <a:pt x="66975" y="148788"/>
                </a:cubicBezTo>
                <a:close/>
                <a:moveTo>
                  <a:pt x="55217" y="158004"/>
                </a:moveTo>
                <a:lnTo>
                  <a:pt x="56976" y="166646"/>
                </a:lnTo>
                <a:cubicBezTo>
                  <a:pt x="55198" y="165575"/>
                  <a:pt x="51297" y="163281"/>
                  <a:pt x="46804" y="160948"/>
                </a:cubicBezTo>
                <a:cubicBezTo>
                  <a:pt x="45906" y="155327"/>
                  <a:pt x="43057" y="142402"/>
                  <a:pt x="41872" y="137125"/>
                </a:cubicBezTo>
                <a:cubicBezTo>
                  <a:pt x="46881" y="143760"/>
                  <a:pt x="53458" y="153052"/>
                  <a:pt x="55217" y="158004"/>
                </a:cubicBezTo>
                <a:close/>
                <a:moveTo>
                  <a:pt x="36881" y="128980"/>
                </a:moveTo>
                <a:lnTo>
                  <a:pt x="38640" y="122403"/>
                </a:lnTo>
                <a:cubicBezTo>
                  <a:pt x="44395" y="123302"/>
                  <a:pt x="49864" y="133187"/>
                  <a:pt x="50322" y="134047"/>
                </a:cubicBezTo>
                <a:lnTo>
                  <a:pt x="54337" y="153740"/>
                </a:lnTo>
                <a:cubicBezTo>
                  <a:pt x="49462" y="144792"/>
                  <a:pt x="38411" y="130892"/>
                  <a:pt x="36881" y="128980"/>
                </a:cubicBezTo>
                <a:close/>
                <a:moveTo>
                  <a:pt x="60800" y="136456"/>
                </a:moveTo>
                <a:cubicBezTo>
                  <a:pt x="62674" y="140223"/>
                  <a:pt x="64547" y="143989"/>
                  <a:pt x="66440" y="147717"/>
                </a:cubicBezTo>
                <a:cubicBezTo>
                  <a:pt x="62635" y="147794"/>
                  <a:pt x="57798" y="154027"/>
                  <a:pt x="55963" y="156589"/>
                </a:cubicBezTo>
                <a:lnTo>
                  <a:pt x="51393" y="134181"/>
                </a:lnTo>
                <a:cubicBezTo>
                  <a:pt x="55695" y="132192"/>
                  <a:pt x="60704" y="136380"/>
                  <a:pt x="60762" y="136418"/>
                </a:cubicBezTo>
                <a:cubicBezTo>
                  <a:pt x="60781" y="136437"/>
                  <a:pt x="60781" y="136437"/>
                  <a:pt x="60800" y="136456"/>
                </a:cubicBezTo>
                <a:close/>
                <a:moveTo>
                  <a:pt x="59863" y="134525"/>
                </a:moveTo>
                <a:cubicBezTo>
                  <a:pt x="57913" y="133320"/>
                  <a:pt x="54471" y="131753"/>
                  <a:pt x="51183" y="133148"/>
                </a:cubicBezTo>
                <a:lnTo>
                  <a:pt x="45313" y="104335"/>
                </a:lnTo>
                <a:cubicBezTo>
                  <a:pt x="50036" y="114354"/>
                  <a:pt x="54892" y="124468"/>
                  <a:pt x="59863" y="134525"/>
                </a:cubicBezTo>
                <a:close/>
                <a:moveTo>
                  <a:pt x="49711" y="131007"/>
                </a:moveTo>
                <a:cubicBezTo>
                  <a:pt x="47550" y="127661"/>
                  <a:pt x="43439" y="122212"/>
                  <a:pt x="38908" y="121428"/>
                </a:cubicBezTo>
                <a:lnTo>
                  <a:pt x="43956" y="102767"/>
                </a:lnTo>
                <a:close/>
                <a:moveTo>
                  <a:pt x="38277" y="119860"/>
                </a:moveTo>
                <a:cubicBezTo>
                  <a:pt x="37206" y="116132"/>
                  <a:pt x="34453" y="107911"/>
                  <a:pt x="30247" y="105502"/>
                </a:cubicBezTo>
                <a:lnTo>
                  <a:pt x="43286" y="101314"/>
                </a:lnTo>
                <a:close/>
                <a:moveTo>
                  <a:pt x="29348" y="104718"/>
                </a:moveTo>
                <a:cubicBezTo>
                  <a:pt x="29540" y="102175"/>
                  <a:pt x="29960" y="94737"/>
                  <a:pt x="28794" y="90932"/>
                </a:cubicBezTo>
                <a:lnTo>
                  <a:pt x="42866" y="100378"/>
                </a:lnTo>
                <a:close/>
                <a:moveTo>
                  <a:pt x="42885" y="99173"/>
                </a:moveTo>
                <a:lnTo>
                  <a:pt x="28010" y="89173"/>
                </a:lnTo>
                <a:cubicBezTo>
                  <a:pt x="29023" y="87663"/>
                  <a:pt x="32140" y="82329"/>
                  <a:pt x="31834" y="75254"/>
                </a:cubicBezTo>
                <a:cubicBezTo>
                  <a:pt x="35390" y="83074"/>
                  <a:pt x="39080" y="91066"/>
                  <a:pt x="42885" y="99173"/>
                </a:cubicBezTo>
                <a:close/>
                <a:moveTo>
                  <a:pt x="11051" y="77797"/>
                </a:moveTo>
                <a:cubicBezTo>
                  <a:pt x="12141" y="77319"/>
                  <a:pt x="13116" y="76612"/>
                  <a:pt x="13900" y="75713"/>
                </a:cubicBezTo>
                <a:cubicBezTo>
                  <a:pt x="19368" y="75121"/>
                  <a:pt x="28603" y="75331"/>
                  <a:pt x="30801" y="75388"/>
                </a:cubicBezTo>
                <a:cubicBezTo>
                  <a:pt x="31050" y="82061"/>
                  <a:pt x="28086" y="87185"/>
                  <a:pt x="27150" y="88600"/>
                </a:cubicBezTo>
                <a:close/>
                <a:moveTo>
                  <a:pt x="10841" y="78887"/>
                </a:moveTo>
                <a:lnTo>
                  <a:pt x="27016" y="89728"/>
                </a:lnTo>
                <a:cubicBezTo>
                  <a:pt x="28794" y="90932"/>
                  <a:pt x="28737" y="99613"/>
                  <a:pt x="28297" y="105062"/>
                </a:cubicBezTo>
                <a:lnTo>
                  <a:pt x="18412" y="108236"/>
                </a:lnTo>
                <a:cubicBezTo>
                  <a:pt x="18775" y="101678"/>
                  <a:pt x="12714" y="84126"/>
                  <a:pt x="10841" y="78887"/>
                </a:cubicBezTo>
                <a:close/>
                <a:moveTo>
                  <a:pt x="28775" y="105980"/>
                </a:moveTo>
                <a:cubicBezTo>
                  <a:pt x="34052" y="107452"/>
                  <a:pt x="37417" y="120472"/>
                  <a:pt x="37742" y="121830"/>
                </a:cubicBezTo>
                <a:lnTo>
                  <a:pt x="36193" y="127565"/>
                </a:lnTo>
                <a:cubicBezTo>
                  <a:pt x="32981" y="121371"/>
                  <a:pt x="21815" y="111677"/>
                  <a:pt x="18852" y="109153"/>
                </a:cubicBezTo>
                <a:close/>
                <a:moveTo>
                  <a:pt x="7361" y="112843"/>
                </a:moveTo>
                <a:lnTo>
                  <a:pt x="17705" y="109536"/>
                </a:lnTo>
                <a:cubicBezTo>
                  <a:pt x="19597" y="111123"/>
                  <a:pt x="33555" y="123015"/>
                  <a:pt x="35792" y="129133"/>
                </a:cubicBezTo>
                <a:lnTo>
                  <a:pt x="34281" y="134678"/>
                </a:lnTo>
                <a:cubicBezTo>
                  <a:pt x="29501" y="126896"/>
                  <a:pt x="11720" y="115558"/>
                  <a:pt x="7361" y="112843"/>
                </a:cubicBezTo>
                <a:close/>
                <a:moveTo>
                  <a:pt x="36556" y="130204"/>
                </a:moveTo>
                <a:cubicBezTo>
                  <a:pt x="37302" y="131160"/>
                  <a:pt x="38698" y="132919"/>
                  <a:pt x="40399" y="135156"/>
                </a:cubicBezTo>
                <a:cubicBezTo>
                  <a:pt x="40724" y="136647"/>
                  <a:pt x="44453" y="153109"/>
                  <a:pt x="45676" y="160355"/>
                </a:cubicBezTo>
                <a:cubicBezTo>
                  <a:pt x="40227" y="157583"/>
                  <a:pt x="34128" y="154926"/>
                  <a:pt x="30018" y="154448"/>
                </a:cubicBezTo>
                <a:close/>
                <a:moveTo>
                  <a:pt x="28067" y="161617"/>
                </a:moveTo>
                <a:lnTo>
                  <a:pt x="29750" y="155442"/>
                </a:lnTo>
                <a:cubicBezTo>
                  <a:pt x="37895" y="156302"/>
                  <a:pt x="55313" y="166837"/>
                  <a:pt x="57244" y="168022"/>
                </a:cubicBezTo>
                <a:lnTo>
                  <a:pt x="59232" y="177716"/>
                </a:lnTo>
                <a:cubicBezTo>
                  <a:pt x="54701" y="174963"/>
                  <a:pt x="36308" y="163912"/>
                  <a:pt x="28067" y="161617"/>
                </a:cubicBezTo>
                <a:close/>
                <a:moveTo>
                  <a:pt x="27819" y="162592"/>
                </a:moveTo>
                <a:cubicBezTo>
                  <a:pt x="36461" y="165040"/>
                  <a:pt x="57397" y="177792"/>
                  <a:pt x="59519" y="179093"/>
                </a:cubicBezTo>
                <a:lnTo>
                  <a:pt x="60551" y="184236"/>
                </a:lnTo>
                <a:cubicBezTo>
                  <a:pt x="49194" y="178653"/>
                  <a:pt x="27283" y="180259"/>
                  <a:pt x="22943" y="180641"/>
                </a:cubicBezTo>
                <a:close/>
                <a:moveTo>
                  <a:pt x="17208" y="201940"/>
                </a:moveTo>
                <a:lnTo>
                  <a:pt x="22657" y="181693"/>
                </a:lnTo>
                <a:cubicBezTo>
                  <a:pt x="25830" y="181406"/>
                  <a:pt x="49749" y="179494"/>
                  <a:pt x="60819" y="185517"/>
                </a:cubicBezTo>
                <a:lnTo>
                  <a:pt x="61775" y="190220"/>
                </a:lnTo>
                <a:cubicBezTo>
                  <a:pt x="57110" y="190297"/>
                  <a:pt x="29176" y="191195"/>
                  <a:pt x="17208" y="201940"/>
                </a:cubicBezTo>
                <a:close/>
                <a:moveTo>
                  <a:pt x="61794" y="185173"/>
                </a:moveTo>
                <a:cubicBezTo>
                  <a:pt x="62081" y="183643"/>
                  <a:pt x="65981" y="163663"/>
                  <a:pt x="72405" y="159457"/>
                </a:cubicBezTo>
                <a:cubicBezTo>
                  <a:pt x="76306" y="167009"/>
                  <a:pt x="80244" y="174466"/>
                  <a:pt x="84164" y="181693"/>
                </a:cubicBezTo>
                <a:cubicBezTo>
                  <a:pt x="81028" y="182362"/>
                  <a:pt x="67052" y="185861"/>
                  <a:pt x="64127" y="19664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50000">
                <a:schemeClr val="accent5"/>
              </a:gs>
              <a:gs pos="100000">
                <a:schemeClr val="accent6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225773" y="236602"/>
            <a:ext cx="734035" cy="571921"/>
          </a:xfrm>
          <a:custGeom>
            <a:avLst/>
            <a:gdLst/>
            <a:ahLst/>
            <a:cxnLst/>
            <a:rect l="l" t="t" r="r" b="b"/>
            <a:pathLst>
              <a:path w="281509" h="219337" extrusionOk="0">
                <a:moveTo>
                  <a:pt x="128587" y="116910"/>
                </a:moveTo>
                <a:cubicBezTo>
                  <a:pt x="139286" y="88792"/>
                  <a:pt x="158858" y="111300"/>
                  <a:pt x="158858" y="111300"/>
                </a:cubicBezTo>
                <a:cubicBezTo>
                  <a:pt x="164338" y="91337"/>
                  <a:pt x="180257" y="106864"/>
                  <a:pt x="180257" y="106864"/>
                </a:cubicBezTo>
                <a:cubicBezTo>
                  <a:pt x="180192" y="95120"/>
                  <a:pt x="192391" y="99752"/>
                  <a:pt x="192391" y="99752"/>
                </a:cubicBezTo>
                <a:cubicBezTo>
                  <a:pt x="189651" y="95838"/>
                  <a:pt x="190043" y="91597"/>
                  <a:pt x="190630" y="88335"/>
                </a:cubicBezTo>
                <a:cubicBezTo>
                  <a:pt x="193435" y="90619"/>
                  <a:pt x="199502" y="91402"/>
                  <a:pt x="203743" y="88923"/>
                </a:cubicBezTo>
                <a:cubicBezTo>
                  <a:pt x="207918" y="86444"/>
                  <a:pt x="210202" y="80768"/>
                  <a:pt x="209549" y="77179"/>
                </a:cubicBezTo>
                <a:cubicBezTo>
                  <a:pt x="212746" y="78223"/>
                  <a:pt x="216595" y="79985"/>
                  <a:pt x="218683" y="84291"/>
                </a:cubicBezTo>
                <a:cubicBezTo>
                  <a:pt x="218683" y="84291"/>
                  <a:pt x="220575" y="71373"/>
                  <a:pt x="230817" y="77114"/>
                </a:cubicBezTo>
                <a:cubicBezTo>
                  <a:pt x="230817" y="77114"/>
                  <a:pt x="224946" y="55650"/>
                  <a:pt x="245105" y="60543"/>
                </a:cubicBezTo>
                <a:cubicBezTo>
                  <a:pt x="245105" y="60543"/>
                  <a:pt x="234928" y="32490"/>
                  <a:pt x="264677" y="36796"/>
                </a:cubicBezTo>
                <a:cubicBezTo>
                  <a:pt x="264677" y="36796"/>
                  <a:pt x="252477" y="19899"/>
                  <a:pt x="281509" y="14615"/>
                </a:cubicBezTo>
                <a:cubicBezTo>
                  <a:pt x="281509" y="14615"/>
                  <a:pt x="253912" y="1"/>
                  <a:pt x="207266" y="40189"/>
                </a:cubicBezTo>
                <a:cubicBezTo>
                  <a:pt x="208571" y="47952"/>
                  <a:pt x="206679" y="55911"/>
                  <a:pt x="202047" y="62240"/>
                </a:cubicBezTo>
                <a:cubicBezTo>
                  <a:pt x="201786" y="61652"/>
                  <a:pt x="201460" y="61065"/>
                  <a:pt x="201068" y="60543"/>
                </a:cubicBezTo>
                <a:cubicBezTo>
                  <a:pt x="200351" y="59695"/>
                  <a:pt x="200155" y="58521"/>
                  <a:pt x="200481" y="57477"/>
                </a:cubicBezTo>
                <a:cubicBezTo>
                  <a:pt x="196958" y="59173"/>
                  <a:pt x="196567" y="62762"/>
                  <a:pt x="196567" y="64523"/>
                </a:cubicBezTo>
                <a:cubicBezTo>
                  <a:pt x="192326" y="65241"/>
                  <a:pt x="188542" y="67459"/>
                  <a:pt x="185933" y="70786"/>
                </a:cubicBezTo>
                <a:cubicBezTo>
                  <a:pt x="184367" y="69938"/>
                  <a:pt x="181040" y="68568"/>
                  <a:pt x="177843" y="70786"/>
                </a:cubicBezTo>
                <a:cubicBezTo>
                  <a:pt x="178887" y="70982"/>
                  <a:pt x="179800" y="71765"/>
                  <a:pt x="180192" y="72808"/>
                </a:cubicBezTo>
                <a:cubicBezTo>
                  <a:pt x="180518" y="73396"/>
                  <a:pt x="180844" y="73983"/>
                  <a:pt x="181235" y="74505"/>
                </a:cubicBezTo>
                <a:cubicBezTo>
                  <a:pt x="173407" y="75483"/>
                  <a:pt x="165578" y="73265"/>
                  <a:pt x="159445" y="68307"/>
                </a:cubicBezTo>
                <a:cubicBezTo>
                  <a:pt x="101708" y="89640"/>
                  <a:pt x="100991" y="120890"/>
                  <a:pt x="100991" y="120890"/>
                </a:cubicBezTo>
                <a:cubicBezTo>
                  <a:pt x="119780" y="98056"/>
                  <a:pt x="128587" y="116910"/>
                  <a:pt x="128587" y="116910"/>
                </a:cubicBezTo>
                <a:close/>
                <a:moveTo>
                  <a:pt x="18985" y="196177"/>
                </a:moveTo>
                <a:cubicBezTo>
                  <a:pt x="38687" y="183781"/>
                  <a:pt x="40318" y="206876"/>
                  <a:pt x="40318" y="206876"/>
                </a:cubicBezTo>
                <a:cubicBezTo>
                  <a:pt x="53040" y="197025"/>
                  <a:pt x="55649" y="214183"/>
                  <a:pt x="55649" y="214183"/>
                </a:cubicBezTo>
                <a:cubicBezTo>
                  <a:pt x="61129" y="206811"/>
                  <a:pt x="66544" y="215422"/>
                  <a:pt x="66544" y="215422"/>
                </a:cubicBezTo>
                <a:cubicBezTo>
                  <a:pt x="66675" y="211704"/>
                  <a:pt x="68828" y="209225"/>
                  <a:pt x="70785" y="207463"/>
                </a:cubicBezTo>
                <a:cubicBezTo>
                  <a:pt x="71437" y="210269"/>
                  <a:pt x="74830" y="213531"/>
                  <a:pt x="78614" y="213987"/>
                </a:cubicBezTo>
                <a:cubicBezTo>
                  <a:pt x="82332" y="214379"/>
                  <a:pt x="86442" y="211965"/>
                  <a:pt x="87682" y="209420"/>
                </a:cubicBezTo>
                <a:cubicBezTo>
                  <a:pt x="89182" y="211573"/>
                  <a:pt x="90748" y="214444"/>
                  <a:pt x="90031" y="218097"/>
                </a:cubicBezTo>
                <a:cubicBezTo>
                  <a:pt x="90031" y="218097"/>
                  <a:pt x="97272" y="210986"/>
                  <a:pt x="100860" y="219337"/>
                </a:cubicBezTo>
                <a:cubicBezTo>
                  <a:pt x="100860" y="219337"/>
                  <a:pt x="107319" y="203288"/>
                  <a:pt x="117496" y="215749"/>
                </a:cubicBezTo>
                <a:cubicBezTo>
                  <a:pt x="117496" y="215749"/>
                  <a:pt x="124281" y="193632"/>
                  <a:pt x="140722" y="210203"/>
                </a:cubicBezTo>
                <a:cubicBezTo>
                  <a:pt x="140722" y="210203"/>
                  <a:pt x="141048" y="194024"/>
                  <a:pt x="161533" y="204332"/>
                </a:cubicBezTo>
                <a:cubicBezTo>
                  <a:pt x="161533" y="204332"/>
                  <a:pt x="151225" y="182346"/>
                  <a:pt x="103535" y="185412"/>
                </a:cubicBezTo>
                <a:cubicBezTo>
                  <a:pt x="100730" y="190827"/>
                  <a:pt x="95902" y="194872"/>
                  <a:pt x="90031" y="196633"/>
                </a:cubicBezTo>
                <a:cubicBezTo>
                  <a:pt x="90161" y="196177"/>
                  <a:pt x="90226" y="195655"/>
                  <a:pt x="90226" y="195133"/>
                </a:cubicBezTo>
                <a:cubicBezTo>
                  <a:pt x="90161" y="194285"/>
                  <a:pt x="90552" y="193437"/>
                  <a:pt x="91270" y="192980"/>
                </a:cubicBezTo>
                <a:cubicBezTo>
                  <a:pt x="89052" y="192589"/>
                  <a:pt x="86769" y="193632"/>
                  <a:pt x="85529" y="195524"/>
                </a:cubicBezTo>
                <a:cubicBezTo>
                  <a:pt x="82593" y="193959"/>
                  <a:pt x="79201" y="193567"/>
                  <a:pt x="76004" y="194415"/>
                </a:cubicBezTo>
                <a:cubicBezTo>
                  <a:pt x="75482" y="193176"/>
                  <a:pt x="74047" y="190762"/>
                  <a:pt x="70981" y="190631"/>
                </a:cubicBezTo>
                <a:cubicBezTo>
                  <a:pt x="71568" y="191284"/>
                  <a:pt x="71763" y="192197"/>
                  <a:pt x="71568" y="192980"/>
                </a:cubicBezTo>
                <a:cubicBezTo>
                  <a:pt x="71437" y="193502"/>
                  <a:pt x="71372" y="194024"/>
                  <a:pt x="71372" y="194546"/>
                </a:cubicBezTo>
                <a:cubicBezTo>
                  <a:pt x="66088" y="191479"/>
                  <a:pt x="62239" y="186391"/>
                  <a:pt x="60738" y="180519"/>
                </a:cubicBezTo>
                <a:cubicBezTo>
                  <a:pt x="15005" y="166688"/>
                  <a:pt x="0" y="185738"/>
                  <a:pt x="0" y="185738"/>
                </a:cubicBezTo>
                <a:cubicBezTo>
                  <a:pt x="22312" y="180324"/>
                  <a:pt x="18985" y="196177"/>
                  <a:pt x="18985" y="196177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bg>
      <p:bgPr>
        <a:solidFill>
          <a:schemeClr val="dk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4154225" y="539500"/>
            <a:ext cx="4276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subTitle" idx="1"/>
          </p:nvPr>
        </p:nvSpPr>
        <p:spPr>
          <a:xfrm>
            <a:off x="4434185" y="2016759"/>
            <a:ext cx="13983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subTitle" idx="2"/>
          </p:nvPr>
        </p:nvSpPr>
        <p:spPr>
          <a:xfrm>
            <a:off x="4434198" y="1677625"/>
            <a:ext cx="13983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18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subTitle" idx="3"/>
          </p:nvPr>
        </p:nvSpPr>
        <p:spPr>
          <a:xfrm>
            <a:off x="6752286" y="3657650"/>
            <a:ext cx="13983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4"/>
          </p:nvPr>
        </p:nvSpPr>
        <p:spPr>
          <a:xfrm>
            <a:off x="6752289" y="3318525"/>
            <a:ext cx="13983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18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ubTitle" idx="5"/>
          </p:nvPr>
        </p:nvSpPr>
        <p:spPr>
          <a:xfrm>
            <a:off x="6752461" y="2016750"/>
            <a:ext cx="13983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ubTitle" idx="6"/>
          </p:nvPr>
        </p:nvSpPr>
        <p:spPr>
          <a:xfrm>
            <a:off x="6752462" y="1677625"/>
            <a:ext cx="13983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18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subTitle" idx="7"/>
          </p:nvPr>
        </p:nvSpPr>
        <p:spPr>
          <a:xfrm>
            <a:off x="4434205" y="3662603"/>
            <a:ext cx="13983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sistant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subTitle" idx="8"/>
          </p:nvPr>
        </p:nvSpPr>
        <p:spPr>
          <a:xfrm>
            <a:off x="4434200" y="3323480"/>
            <a:ext cx="13983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18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2_1_1">
    <p:bg>
      <p:bgPr>
        <a:solidFill>
          <a:schemeClr val="dk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7"/>
          <p:cNvSpPr/>
          <p:nvPr/>
        </p:nvSpPr>
        <p:spPr>
          <a:xfrm>
            <a:off x="138936" y="137790"/>
            <a:ext cx="786818" cy="613047"/>
          </a:xfrm>
          <a:custGeom>
            <a:avLst/>
            <a:gdLst/>
            <a:ahLst/>
            <a:cxnLst/>
            <a:rect l="l" t="t" r="r" b="b"/>
            <a:pathLst>
              <a:path w="281509" h="219337" extrusionOk="0">
                <a:moveTo>
                  <a:pt x="128587" y="116910"/>
                </a:moveTo>
                <a:cubicBezTo>
                  <a:pt x="139286" y="88792"/>
                  <a:pt x="158858" y="111300"/>
                  <a:pt x="158858" y="111300"/>
                </a:cubicBezTo>
                <a:cubicBezTo>
                  <a:pt x="164338" y="91337"/>
                  <a:pt x="180257" y="106864"/>
                  <a:pt x="180257" y="106864"/>
                </a:cubicBezTo>
                <a:cubicBezTo>
                  <a:pt x="180192" y="95120"/>
                  <a:pt x="192391" y="99752"/>
                  <a:pt x="192391" y="99752"/>
                </a:cubicBezTo>
                <a:cubicBezTo>
                  <a:pt x="189651" y="95838"/>
                  <a:pt x="190043" y="91597"/>
                  <a:pt x="190630" y="88335"/>
                </a:cubicBezTo>
                <a:cubicBezTo>
                  <a:pt x="193435" y="90619"/>
                  <a:pt x="199502" y="91402"/>
                  <a:pt x="203743" y="88923"/>
                </a:cubicBezTo>
                <a:cubicBezTo>
                  <a:pt x="207918" y="86444"/>
                  <a:pt x="210202" y="80768"/>
                  <a:pt x="209549" y="77179"/>
                </a:cubicBezTo>
                <a:cubicBezTo>
                  <a:pt x="212746" y="78223"/>
                  <a:pt x="216595" y="79985"/>
                  <a:pt x="218683" y="84291"/>
                </a:cubicBezTo>
                <a:cubicBezTo>
                  <a:pt x="218683" y="84291"/>
                  <a:pt x="220575" y="71373"/>
                  <a:pt x="230817" y="77114"/>
                </a:cubicBezTo>
                <a:cubicBezTo>
                  <a:pt x="230817" y="77114"/>
                  <a:pt x="224946" y="55650"/>
                  <a:pt x="245105" y="60543"/>
                </a:cubicBezTo>
                <a:cubicBezTo>
                  <a:pt x="245105" y="60543"/>
                  <a:pt x="234928" y="32490"/>
                  <a:pt x="264677" y="36796"/>
                </a:cubicBezTo>
                <a:cubicBezTo>
                  <a:pt x="264677" y="36796"/>
                  <a:pt x="252477" y="19899"/>
                  <a:pt x="281509" y="14615"/>
                </a:cubicBezTo>
                <a:cubicBezTo>
                  <a:pt x="281509" y="14615"/>
                  <a:pt x="253912" y="1"/>
                  <a:pt x="207266" y="40189"/>
                </a:cubicBezTo>
                <a:cubicBezTo>
                  <a:pt x="208571" y="47952"/>
                  <a:pt x="206679" y="55911"/>
                  <a:pt x="202047" y="62240"/>
                </a:cubicBezTo>
                <a:cubicBezTo>
                  <a:pt x="201786" y="61652"/>
                  <a:pt x="201460" y="61065"/>
                  <a:pt x="201068" y="60543"/>
                </a:cubicBezTo>
                <a:cubicBezTo>
                  <a:pt x="200351" y="59695"/>
                  <a:pt x="200155" y="58521"/>
                  <a:pt x="200481" y="57477"/>
                </a:cubicBezTo>
                <a:cubicBezTo>
                  <a:pt x="196958" y="59173"/>
                  <a:pt x="196567" y="62762"/>
                  <a:pt x="196567" y="64523"/>
                </a:cubicBezTo>
                <a:cubicBezTo>
                  <a:pt x="192326" y="65241"/>
                  <a:pt x="188542" y="67459"/>
                  <a:pt x="185933" y="70786"/>
                </a:cubicBezTo>
                <a:cubicBezTo>
                  <a:pt x="184367" y="69938"/>
                  <a:pt x="181040" y="68568"/>
                  <a:pt x="177843" y="70786"/>
                </a:cubicBezTo>
                <a:cubicBezTo>
                  <a:pt x="178887" y="70982"/>
                  <a:pt x="179800" y="71765"/>
                  <a:pt x="180192" y="72808"/>
                </a:cubicBezTo>
                <a:cubicBezTo>
                  <a:pt x="180518" y="73396"/>
                  <a:pt x="180844" y="73983"/>
                  <a:pt x="181235" y="74505"/>
                </a:cubicBezTo>
                <a:cubicBezTo>
                  <a:pt x="173407" y="75483"/>
                  <a:pt x="165578" y="73265"/>
                  <a:pt x="159445" y="68307"/>
                </a:cubicBezTo>
                <a:cubicBezTo>
                  <a:pt x="101708" y="89640"/>
                  <a:pt x="100991" y="120890"/>
                  <a:pt x="100991" y="120890"/>
                </a:cubicBezTo>
                <a:cubicBezTo>
                  <a:pt x="119780" y="98056"/>
                  <a:pt x="128587" y="116910"/>
                  <a:pt x="128587" y="116910"/>
                </a:cubicBezTo>
                <a:close/>
                <a:moveTo>
                  <a:pt x="18985" y="196177"/>
                </a:moveTo>
                <a:cubicBezTo>
                  <a:pt x="38687" y="183781"/>
                  <a:pt x="40318" y="206876"/>
                  <a:pt x="40318" y="206876"/>
                </a:cubicBezTo>
                <a:cubicBezTo>
                  <a:pt x="53040" y="197025"/>
                  <a:pt x="55649" y="214183"/>
                  <a:pt x="55649" y="214183"/>
                </a:cubicBezTo>
                <a:cubicBezTo>
                  <a:pt x="61129" y="206811"/>
                  <a:pt x="66544" y="215422"/>
                  <a:pt x="66544" y="215422"/>
                </a:cubicBezTo>
                <a:cubicBezTo>
                  <a:pt x="66675" y="211704"/>
                  <a:pt x="68828" y="209225"/>
                  <a:pt x="70785" y="207463"/>
                </a:cubicBezTo>
                <a:cubicBezTo>
                  <a:pt x="71437" y="210269"/>
                  <a:pt x="74830" y="213531"/>
                  <a:pt x="78614" y="213987"/>
                </a:cubicBezTo>
                <a:cubicBezTo>
                  <a:pt x="82332" y="214379"/>
                  <a:pt x="86442" y="211965"/>
                  <a:pt x="87682" y="209420"/>
                </a:cubicBezTo>
                <a:cubicBezTo>
                  <a:pt x="89182" y="211573"/>
                  <a:pt x="90748" y="214444"/>
                  <a:pt x="90031" y="218097"/>
                </a:cubicBezTo>
                <a:cubicBezTo>
                  <a:pt x="90031" y="218097"/>
                  <a:pt x="97272" y="210986"/>
                  <a:pt x="100860" y="219337"/>
                </a:cubicBezTo>
                <a:cubicBezTo>
                  <a:pt x="100860" y="219337"/>
                  <a:pt x="107319" y="203288"/>
                  <a:pt x="117496" y="215749"/>
                </a:cubicBezTo>
                <a:cubicBezTo>
                  <a:pt x="117496" y="215749"/>
                  <a:pt x="124281" y="193632"/>
                  <a:pt x="140722" y="210203"/>
                </a:cubicBezTo>
                <a:cubicBezTo>
                  <a:pt x="140722" y="210203"/>
                  <a:pt x="141048" y="194024"/>
                  <a:pt x="161533" y="204332"/>
                </a:cubicBezTo>
                <a:cubicBezTo>
                  <a:pt x="161533" y="204332"/>
                  <a:pt x="151225" y="182346"/>
                  <a:pt x="103535" y="185412"/>
                </a:cubicBezTo>
                <a:cubicBezTo>
                  <a:pt x="100730" y="190827"/>
                  <a:pt x="95902" y="194872"/>
                  <a:pt x="90031" y="196633"/>
                </a:cubicBezTo>
                <a:cubicBezTo>
                  <a:pt x="90161" y="196177"/>
                  <a:pt x="90226" y="195655"/>
                  <a:pt x="90226" y="195133"/>
                </a:cubicBezTo>
                <a:cubicBezTo>
                  <a:pt x="90161" y="194285"/>
                  <a:pt x="90552" y="193437"/>
                  <a:pt x="91270" y="192980"/>
                </a:cubicBezTo>
                <a:cubicBezTo>
                  <a:pt x="89052" y="192589"/>
                  <a:pt x="86769" y="193632"/>
                  <a:pt x="85529" y="195524"/>
                </a:cubicBezTo>
                <a:cubicBezTo>
                  <a:pt x="82593" y="193959"/>
                  <a:pt x="79201" y="193567"/>
                  <a:pt x="76004" y="194415"/>
                </a:cubicBezTo>
                <a:cubicBezTo>
                  <a:pt x="75482" y="193176"/>
                  <a:pt x="74047" y="190762"/>
                  <a:pt x="70981" y="190631"/>
                </a:cubicBezTo>
                <a:cubicBezTo>
                  <a:pt x="71568" y="191284"/>
                  <a:pt x="71763" y="192197"/>
                  <a:pt x="71568" y="192980"/>
                </a:cubicBezTo>
                <a:cubicBezTo>
                  <a:pt x="71437" y="193502"/>
                  <a:pt x="71372" y="194024"/>
                  <a:pt x="71372" y="194546"/>
                </a:cubicBezTo>
                <a:cubicBezTo>
                  <a:pt x="66088" y="191479"/>
                  <a:pt x="62239" y="186391"/>
                  <a:pt x="60738" y="180519"/>
                </a:cubicBezTo>
                <a:cubicBezTo>
                  <a:pt x="15005" y="166688"/>
                  <a:pt x="0" y="185738"/>
                  <a:pt x="0" y="185738"/>
                </a:cubicBezTo>
                <a:cubicBezTo>
                  <a:pt x="22312" y="180324"/>
                  <a:pt x="18985" y="196177"/>
                  <a:pt x="18985" y="196177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7"/>
          <p:cNvSpPr/>
          <p:nvPr/>
        </p:nvSpPr>
        <p:spPr>
          <a:xfrm flipH="1">
            <a:off x="7192505" y="0"/>
            <a:ext cx="2003420" cy="966961"/>
          </a:xfrm>
          <a:custGeom>
            <a:avLst/>
            <a:gdLst/>
            <a:ahLst/>
            <a:cxnLst/>
            <a:rect l="l" t="t" r="r" b="b"/>
            <a:pathLst>
              <a:path w="284779" h="137450" extrusionOk="0">
                <a:moveTo>
                  <a:pt x="0" y="45835"/>
                </a:moveTo>
                <a:cubicBezTo>
                  <a:pt x="6159" y="50552"/>
                  <a:pt x="12791" y="55296"/>
                  <a:pt x="19616" y="59985"/>
                </a:cubicBezTo>
                <a:cubicBezTo>
                  <a:pt x="20143" y="62010"/>
                  <a:pt x="27107" y="89839"/>
                  <a:pt x="20837" y="101631"/>
                </a:cubicBezTo>
                <a:lnTo>
                  <a:pt x="0" y="95360"/>
                </a:lnTo>
                <a:lnTo>
                  <a:pt x="0" y="96359"/>
                </a:lnTo>
                <a:lnTo>
                  <a:pt x="24943" y="103850"/>
                </a:lnTo>
                <a:cubicBezTo>
                  <a:pt x="24666" y="106874"/>
                  <a:pt x="22585" y="127628"/>
                  <a:pt x="13651" y="135063"/>
                </a:cubicBezTo>
                <a:cubicBezTo>
                  <a:pt x="8546" y="135702"/>
                  <a:pt x="3995" y="136146"/>
                  <a:pt x="0" y="136478"/>
                </a:cubicBezTo>
                <a:lnTo>
                  <a:pt x="0" y="137450"/>
                </a:lnTo>
                <a:cubicBezTo>
                  <a:pt x="4023" y="137117"/>
                  <a:pt x="8629" y="136645"/>
                  <a:pt x="13762" y="136035"/>
                </a:cubicBezTo>
                <a:cubicBezTo>
                  <a:pt x="13789" y="136035"/>
                  <a:pt x="13817" y="136035"/>
                  <a:pt x="13817" y="136035"/>
                </a:cubicBezTo>
                <a:cubicBezTo>
                  <a:pt x="13900" y="136035"/>
                  <a:pt x="13956" y="136007"/>
                  <a:pt x="14011" y="135979"/>
                </a:cubicBezTo>
                <a:cubicBezTo>
                  <a:pt x="18617" y="135424"/>
                  <a:pt x="23667" y="134731"/>
                  <a:pt x="29049" y="133870"/>
                </a:cubicBezTo>
                <a:cubicBezTo>
                  <a:pt x="29077" y="133898"/>
                  <a:pt x="29105" y="133898"/>
                  <a:pt x="29105" y="133898"/>
                </a:cubicBezTo>
                <a:cubicBezTo>
                  <a:pt x="29188" y="133898"/>
                  <a:pt x="29271" y="133870"/>
                  <a:pt x="29327" y="133843"/>
                </a:cubicBezTo>
                <a:cubicBezTo>
                  <a:pt x="31158" y="133537"/>
                  <a:pt x="33017" y="133232"/>
                  <a:pt x="34904" y="132927"/>
                </a:cubicBezTo>
                <a:cubicBezTo>
                  <a:pt x="34931" y="132927"/>
                  <a:pt x="34931" y="132927"/>
                  <a:pt x="34959" y="132927"/>
                </a:cubicBezTo>
                <a:lnTo>
                  <a:pt x="34959" y="132927"/>
                </a:lnTo>
                <a:cubicBezTo>
                  <a:pt x="35015" y="132927"/>
                  <a:pt x="37651" y="132955"/>
                  <a:pt x="38871" y="134398"/>
                </a:cubicBezTo>
                <a:lnTo>
                  <a:pt x="38871" y="136728"/>
                </a:lnTo>
                <a:cubicBezTo>
                  <a:pt x="38871" y="136978"/>
                  <a:pt x="39038" y="137200"/>
                  <a:pt x="39288" y="137228"/>
                </a:cubicBezTo>
                <a:lnTo>
                  <a:pt x="39343" y="137228"/>
                </a:lnTo>
                <a:cubicBezTo>
                  <a:pt x="39565" y="137228"/>
                  <a:pt x="39759" y="137061"/>
                  <a:pt x="39815" y="136811"/>
                </a:cubicBezTo>
                <a:cubicBezTo>
                  <a:pt x="39815" y="136784"/>
                  <a:pt x="40536" y="132955"/>
                  <a:pt x="45391" y="131013"/>
                </a:cubicBezTo>
                <a:cubicBezTo>
                  <a:pt x="45391" y="130985"/>
                  <a:pt x="45391" y="130985"/>
                  <a:pt x="45391" y="130985"/>
                </a:cubicBezTo>
                <a:cubicBezTo>
                  <a:pt x="48000" y="130486"/>
                  <a:pt x="50635" y="129931"/>
                  <a:pt x="53354" y="129348"/>
                </a:cubicBezTo>
                <a:cubicBezTo>
                  <a:pt x="53354" y="129348"/>
                  <a:pt x="53354" y="129348"/>
                  <a:pt x="53354" y="129348"/>
                </a:cubicBezTo>
                <a:cubicBezTo>
                  <a:pt x="53438" y="129348"/>
                  <a:pt x="53493" y="129348"/>
                  <a:pt x="53549" y="129320"/>
                </a:cubicBezTo>
                <a:cubicBezTo>
                  <a:pt x="56240" y="128738"/>
                  <a:pt x="58987" y="128127"/>
                  <a:pt x="61789" y="127461"/>
                </a:cubicBezTo>
                <a:cubicBezTo>
                  <a:pt x="61817" y="127461"/>
                  <a:pt x="61872" y="127461"/>
                  <a:pt x="61900" y="127434"/>
                </a:cubicBezTo>
                <a:cubicBezTo>
                  <a:pt x="66700" y="126324"/>
                  <a:pt x="71666" y="125075"/>
                  <a:pt x="76772" y="123716"/>
                </a:cubicBezTo>
                <a:cubicBezTo>
                  <a:pt x="81266" y="124576"/>
                  <a:pt x="82626" y="129403"/>
                  <a:pt x="82737" y="129875"/>
                </a:cubicBezTo>
                <a:lnTo>
                  <a:pt x="82737" y="136728"/>
                </a:lnTo>
                <a:cubicBezTo>
                  <a:pt x="82765" y="137366"/>
                  <a:pt x="83680" y="137366"/>
                  <a:pt x="83708" y="136728"/>
                </a:cubicBezTo>
                <a:lnTo>
                  <a:pt x="83708" y="132483"/>
                </a:lnTo>
                <a:cubicBezTo>
                  <a:pt x="84818" y="124992"/>
                  <a:pt x="88730" y="120719"/>
                  <a:pt x="89312" y="120137"/>
                </a:cubicBezTo>
                <a:cubicBezTo>
                  <a:pt x="89756" y="119998"/>
                  <a:pt x="90173" y="119887"/>
                  <a:pt x="90617" y="119748"/>
                </a:cubicBezTo>
                <a:cubicBezTo>
                  <a:pt x="96721" y="117917"/>
                  <a:pt x="102769" y="115947"/>
                  <a:pt x="108734" y="113866"/>
                </a:cubicBezTo>
                <a:cubicBezTo>
                  <a:pt x="108762" y="113838"/>
                  <a:pt x="108790" y="113838"/>
                  <a:pt x="108818" y="113838"/>
                </a:cubicBezTo>
                <a:cubicBezTo>
                  <a:pt x="108818" y="113838"/>
                  <a:pt x="108818" y="113838"/>
                  <a:pt x="108818" y="113838"/>
                </a:cubicBezTo>
                <a:cubicBezTo>
                  <a:pt x="125271" y="108123"/>
                  <a:pt x="141391" y="101464"/>
                  <a:pt x="157067" y="93917"/>
                </a:cubicBezTo>
                <a:cubicBezTo>
                  <a:pt x="157844" y="94084"/>
                  <a:pt x="162311" y="95194"/>
                  <a:pt x="163254" y="100715"/>
                </a:cubicBezTo>
                <a:lnTo>
                  <a:pt x="163254" y="107346"/>
                </a:lnTo>
                <a:cubicBezTo>
                  <a:pt x="163282" y="107956"/>
                  <a:pt x="164197" y="107956"/>
                  <a:pt x="164225" y="107346"/>
                </a:cubicBezTo>
                <a:lnTo>
                  <a:pt x="164225" y="95471"/>
                </a:lnTo>
                <a:cubicBezTo>
                  <a:pt x="165196" y="92502"/>
                  <a:pt x="166944" y="89867"/>
                  <a:pt x="169303" y="87813"/>
                </a:cubicBezTo>
                <a:cubicBezTo>
                  <a:pt x="174269" y="85233"/>
                  <a:pt x="179180" y="82542"/>
                  <a:pt x="184035" y="79767"/>
                </a:cubicBezTo>
                <a:cubicBezTo>
                  <a:pt x="184063" y="79767"/>
                  <a:pt x="184119" y="79740"/>
                  <a:pt x="184146" y="79712"/>
                </a:cubicBezTo>
                <a:cubicBezTo>
                  <a:pt x="187060" y="78047"/>
                  <a:pt x="189973" y="76355"/>
                  <a:pt x="192831" y="74634"/>
                </a:cubicBezTo>
                <a:cubicBezTo>
                  <a:pt x="196216" y="72609"/>
                  <a:pt x="199517" y="70528"/>
                  <a:pt x="202819" y="68420"/>
                </a:cubicBezTo>
                <a:cubicBezTo>
                  <a:pt x="202847" y="68420"/>
                  <a:pt x="202874" y="68392"/>
                  <a:pt x="202874" y="68392"/>
                </a:cubicBezTo>
                <a:cubicBezTo>
                  <a:pt x="202958" y="68364"/>
                  <a:pt x="203013" y="68336"/>
                  <a:pt x="203041" y="68281"/>
                </a:cubicBezTo>
                <a:cubicBezTo>
                  <a:pt x="207314" y="65534"/>
                  <a:pt x="211531" y="62732"/>
                  <a:pt x="215665" y="59874"/>
                </a:cubicBezTo>
                <a:lnTo>
                  <a:pt x="215665" y="81793"/>
                </a:lnTo>
                <a:cubicBezTo>
                  <a:pt x="215665" y="82431"/>
                  <a:pt x="216636" y="82431"/>
                  <a:pt x="216636" y="81793"/>
                </a:cubicBezTo>
                <a:lnTo>
                  <a:pt x="216636" y="71694"/>
                </a:lnTo>
                <a:cubicBezTo>
                  <a:pt x="217718" y="59153"/>
                  <a:pt x="233117" y="47167"/>
                  <a:pt x="233283" y="47028"/>
                </a:cubicBezTo>
                <a:cubicBezTo>
                  <a:pt x="233311" y="47000"/>
                  <a:pt x="233339" y="46973"/>
                  <a:pt x="233367" y="46917"/>
                </a:cubicBezTo>
                <a:cubicBezTo>
                  <a:pt x="234615" y="45974"/>
                  <a:pt x="235836" y="45003"/>
                  <a:pt x="237085" y="44032"/>
                </a:cubicBezTo>
                <a:lnTo>
                  <a:pt x="237085" y="44032"/>
                </a:lnTo>
                <a:cubicBezTo>
                  <a:pt x="237168" y="44004"/>
                  <a:pt x="237251" y="43948"/>
                  <a:pt x="237307" y="43865"/>
                </a:cubicBezTo>
                <a:cubicBezTo>
                  <a:pt x="246712" y="36429"/>
                  <a:pt x="255785" y="28578"/>
                  <a:pt x="264525" y="20365"/>
                </a:cubicBezTo>
                <a:cubicBezTo>
                  <a:pt x="264553" y="20365"/>
                  <a:pt x="264553" y="20365"/>
                  <a:pt x="264553" y="20365"/>
                </a:cubicBezTo>
                <a:cubicBezTo>
                  <a:pt x="265107" y="20032"/>
                  <a:pt x="265773" y="19977"/>
                  <a:pt x="266384" y="20198"/>
                </a:cubicBezTo>
                <a:cubicBezTo>
                  <a:pt x="267521" y="20698"/>
                  <a:pt x="268076" y="22224"/>
                  <a:pt x="268187" y="22529"/>
                </a:cubicBezTo>
                <a:lnTo>
                  <a:pt x="268187" y="25137"/>
                </a:lnTo>
                <a:cubicBezTo>
                  <a:pt x="268187" y="25415"/>
                  <a:pt x="268409" y="25637"/>
                  <a:pt x="268659" y="25637"/>
                </a:cubicBezTo>
                <a:cubicBezTo>
                  <a:pt x="268936" y="25637"/>
                  <a:pt x="269131" y="25415"/>
                  <a:pt x="269131" y="25137"/>
                </a:cubicBezTo>
                <a:lnTo>
                  <a:pt x="269131" y="15981"/>
                </a:lnTo>
                <a:cubicBezTo>
                  <a:pt x="274485" y="10793"/>
                  <a:pt x="279702" y="5466"/>
                  <a:pt x="284779" y="0"/>
                </a:cubicBezTo>
                <a:lnTo>
                  <a:pt x="283503" y="0"/>
                </a:lnTo>
                <a:cubicBezTo>
                  <a:pt x="268936" y="15593"/>
                  <a:pt x="253205" y="30076"/>
                  <a:pt x="236419" y="43255"/>
                </a:cubicBezTo>
                <a:cubicBezTo>
                  <a:pt x="232729" y="44642"/>
                  <a:pt x="198130" y="56711"/>
                  <a:pt x="184452" y="37040"/>
                </a:cubicBezTo>
                <a:cubicBezTo>
                  <a:pt x="191721" y="28605"/>
                  <a:pt x="198491" y="20531"/>
                  <a:pt x="204428" y="13345"/>
                </a:cubicBezTo>
                <a:cubicBezTo>
                  <a:pt x="204484" y="13318"/>
                  <a:pt x="204539" y="13234"/>
                  <a:pt x="204567" y="13179"/>
                </a:cubicBezTo>
                <a:cubicBezTo>
                  <a:pt x="208562" y="8324"/>
                  <a:pt x="212169" y="3884"/>
                  <a:pt x="215332" y="0"/>
                </a:cubicBezTo>
                <a:lnTo>
                  <a:pt x="214084" y="0"/>
                </a:lnTo>
                <a:cubicBezTo>
                  <a:pt x="211059" y="3746"/>
                  <a:pt x="207591" y="8018"/>
                  <a:pt x="203762" y="12624"/>
                </a:cubicBezTo>
                <a:cubicBezTo>
                  <a:pt x="184424" y="24610"/>
                  <a:pt x="136147" y="28494"/>
                  <a:pt x="130181" y="28938"/>
                </a:cubicBezTo>
                <a:cubicBezTo>
                  <a:pt x="132373" y="18173"/>
                  <a:pt x="134343" y="8157"/>
                  <a:pt x="135925" y="0"/>
                </a:cubicBezTo>
                <a:lnTo>
                  <a:pt x="134954" y="0"/>
                </a:lnTo>
                <a:cubicBezTo>
                  <a:pt x="133012" y="10072"/>
                  <a:pt x="130459" y="23001"/>
                  <a:pt x="127629" y="36568"/>
                </a:cubicBezTo>
                <a:cubicBezTo>
                  <a:pt x="123023" y="36735"/>
                  <a:pt x="78214" y="38039"/>
                  <a:pt x="64980" y="23195"/>
                </a:cubicBezTo>
                <a:lnTo>
                  <a:pt x="53632" y="0"/>
                </a:lnTo>
                <a:lnTo>
                  <a:pt x="52578" y="0"/>
                </a:lnTo>
                <a:lnTo>
                  <a:pt x="58071" y="11237"/>
                </a:lnTo>
                <a:cubicBezTo>
                  <a:pt x="56046" y="14649"/>
                  <a:pt x="30797" y="56850"/>
                  <a:pt x="20199" y="59236"/>
                </a:cubicBezTo>
                <a:cubicBezTo>
                  <a:pt x="13151" y="54381"/>
                  <a:pt x="6326" y="49497"/>
                  <a:pt x="0" y="44642"/>
                </a:cubicBezTo>
                <a:lnTo>
                  <a:pt x="0" y="45835"/>
                </a:lnTo>
                <a:close/>
                <a:moveTo>
                  <a:pt x="268187" y="16925"/>
                </a:moveTo>
                <a:lnTo>
                  <a:pt x="268187" y="20504"/>
                </a:lnTo>
                <a:cubicBezTo>
                  <a:pt x="267826" y="20004"/>
                  <a:pt x="267327" y="19588"/>
                  <a:pt x="266744" y="19338"/>
                </a:cubicBezTo>
                <a:cubicBezTo>
                  <a:pt x="266467" y="19200"/>
                  <a:pt x="266162" y="19144"/>
                  <a:pt x="265857" y="19116"/>
                </a:cubicBezTo>
                <a:cubicBezTo>
                  <a:pt x="266633" y="18395"/>
                  <a:pt x="267410" y="17646"/>
                  <a:pt x="268187" y="16925"/>
                </a:cubicBezTo>
                <a:close/>
                <a:moveTo>
                  <a:pt x="28883" y="132955"/>
                </a:moveTo>
                <a:cubicBezTo>
                  <a:pt x="24055" y="133704"/>
                  <a:pt x="19505" y="134342"/>
                  <a:pt x="15288" y="134869"/>
                </a:cubicBezTo>
                <a:cubicBezTo>
                  <a:pt x="23639" y="126573"/>
                  <a:pt x="25581" y="107485"/>
                  <a:pt x="25886" y="104044"/>
                </a:cubicBezTo>
                <a:lnTo>
                  <a:pt x="43394" y="106153"/>
                </a:lnTo>
                <a:cubicBezTo>
                  <a:pt x="42867" y="115170"/>
                  <a:pt x="30298" y="131151"/>
                  <a:pt x="28883" y="132955"/>
                </a:cubicBezTo>
                <a:close/>
                <a:moveTo>
                  <a:pt x="35597" y="70611"/>
                </a:moveTo>
                <a:cubicBezTo>
                  <a:pt x="38538" y="72526"/>
                  <a:pt x="41479" y="74413"/>
                  <a:pt x="44420" y="76271"/>
                </a:cubicBezTo>
                <a:cubicBezTo>
                  <a:pt x="44476" y="76355"/>
                  <a:pt x="44559" y="76410"/>
                  <a:pt x="44642" y="76438"/>
                </a:cubicBezTo>
                <a:cubicBezTo>
                  <a:pt x="44670" y="76466"/>
                  <a:pt x="44726" y="76466"/>
                  <a:pt x="44753" y="76493"/>
                </a:cubicBezTo>
                <a:cubicBezTo>
                  <a:pt x="49109" y="79240"/>
                  <a:pt x="53438" y="81904"/>
                  <a:pt x="57627" y="84484"/>
                </a:cubicBezTo>
                <a:cubicBezTo>
                  <a:pt x="58820" y="90532"/>
                  <a:pt x="45308" y="103711"/>
                  <a:pt x="43727" y="105210"/>
                </a:cubicBezTo>
                <a:lnTo>
                  <a:pt x="26580" y="103184"/>
                </a:lnTo>
                <a:cubicBezTo>
                  <a:pt x="35819" y="94861"/>
                  <a:pt x="35736" y="75078"/>
                  <a:pt x="35597" y="70611"/>
                </a:cubicBezTo>
                <a:close/>
                <a:moveTo>
                  <a:pt x="68032" y="90754"/>
                </a:moveTo>
                <a:cubicBezTo>
                  <a:pt x="72915" y="93668"/>
                  <a:pt x="77521" y="96387"/>
                  <a:pt x="81793" y="98856"/>
                </a:cubicBezTo>
                <a:cubicBezTo>
                  <a:pt x="78963" y="108456"/>
                  <a:pt x="67671" y="108040"/>
                  <a:pt x="67199" y="108012"/>
                </a:cubicBezTo>
                <a:lnTo>
                  <a:pt x="67172" y="108012"/>
                </a:lnTo>
                <a:lnTo>
                  <a:pt x="54575" y="106514"/>
                </a:lnTo>
                <a:cubicBezTo>
                  <a:pt x="62066" y="103628"/>
                  <a:pt x="66977" y="93168"/>
                  <a:pt x="68032" y="90754"/>
                </a:cubicBezTo>
                <a:close/>
                <a:moveTo>
                  <a:pt x="52023" y="106208"/>
                </a:moveTo>
                <a:lnTo>
                  <a:pt x="44948" y="105376"/>
                </a:lnTo>
                <a:cubicBezTo>
                  <a:pt x="47916" y="102463"/>
                  <a:pt x="58765" y="91448"/>
                  <a:pt x="58654" y="85094"/>
                </a:cubicBezTo>
                <a:cubicBezTo>
                  <a:pt x="61567" y="86870"/>
                  <a:pt x="64425" y="88590"/>
                  <a:pt x="67199" y="90255"/>
                </a:cubicBezTo>
                <a:cubicBezTo>
                  <a:pt x="66228" y="92502"/>
                  <a:pt x="60402" y="105043"/>
                  <a:pt x="52023" y="106208"/>
                </a:cubicBezTo>
                <a:close/>
                <a:moveTo>
                  <a:pt x="94723" y="86149"/>
                </a:moveTo>
                <a:cubicBezTo>
                  <a:pt x="91615" y="94306"/>
                  <a:pt x="83791" y="97607"/>
                  <a:pt x="82432" y="98135"/>
                </a:cubicBezTo>
                <a:cubicBezTo>
                  <a:pt x="78298" y="95721"/>
                  <a:pt x="73803" y="93085"/>
                  <a:pt x="69086" y="90283"/>
                </a:cubicBezTo>
                <a:cubicBezTo>
                  <a:pt x="80573" y="87314"/>
                  <a:pt x="85928" y="74829"/>
                  <a:pt x="87315" y="71000"/>
                </a:cubicBezTo>
                <a:close/>
                <a:moveTo>
                  <a:pt x="89257" y="72803"/>
                </a:moveTo>
                <a:cubicBezTo>
                  <a:pt x="100522" y="84207"/>
                  <a:pt x="114977" y="78463"/>
                  <a:pt x="118806" y="76632"/>
                </a:cubicBezTo>
                <a:cubicBezTo>
                  <a:pt x="117724" y="81099"/>
                  <a:pt x="116669" y="85372"/>
                  <a:pt x="115643" y="89367"/>
                </a:cubicBezTo>
                <a:cubicBezTo>
                  <a:pt x="105821" y="96303"/>
                  <a:pt x="96443" y="86704"/>
                  <a:pt x="95666" y="85871"/>
                </a:cubicBezTo>
                <a:close/>
                <a:moveTo>
                  <a:pt x="82654" y="99355"/>
                </a:moveTo>
                <a:cubicBezTo>
                  <a:pt x="85539" y="101020"/>
                  <a:pt x="88230" y="102574"/>
                  <a:pt x="90755" y="104017"/>
                </a:cubicBezTo>
                <a:cubicBezTo>
                  <a:pt x="90478" y="105237"/>
                  <a:pt x="89229" y="109815"/>
                  <a:pt x="85761" y="110204"/>
                </a:cubicBezTo>
                <a:lnTo>
                  <a:pt x="71528" y="108539"/>
                </a:lnTo>
                <a:cubicBezTo>
                  <a:pt x="75412" y="107734"/>
                  <a:pt x="80711" y="105515"/>
                  <a:pt x="82654" y="99355"/>
                </a:cubicBezTo>
                <a:close/>
                <a:moveTo>
                  <a:pt x="91615" y="104488"/>
                </a:moveTo>
                <a:cubicBezTo>
                  <a:pt x="98357" y="108317"/>
                  <a:pt x="103463" y="111147"/>
                  <a:pt x="106182" y="112645"/>
                </a:cubicBezTo>
                <a:lnTo>
                  <a:pt x="87897" y="110481"/>
                </a:lnTo>
                <a:cubicBezTo>
                  <a:pt x="90284" y="109038"/>
                  <a:pt x="91282" y="105876"/>
                  <a:pt x="91615" y="104488"/>
                </a:cubicBezTo>
                <a:close/>
                <a:moveTo>
                  <a:pt x="91449" y="103295"/>
                </a:moveTo>
                <a:cubicBezTo>
                  <a:pt x="88980" y="101908"/>
                  <a:pt x="86316" y="100382"/>
                  <a:pt x="83486" y="98745"/>
                </a:cubicBezTo>
                <a:cubicBezTo>
                  <a:pt x="85900" y="97691"/>
                  <a:pt x="92226" y="94417"/>
                  <a:pt x="95305" y="87314"/>
                </a:cubicBezTo>
                <a:lnTo>
                  <a:pt x="99828" y="96553"/>
                </a:lnTo>
                <a:cubicBezTo>
                  <a:pt x="99467" y="97635"/>
                  <a:pt x="97303" y="103545"/>
                  <a:pt x="91449" y="103295"/>
                </a:cubicBezTo>
                <a:close/>
                <a:moveTo>
                  <a:pt x="96776" y="88174"/>
                </a:moveTo>
                <a:cubicBezTo>
                  <a:pt x="100133" y="90893"/>
                  <a:pt x="107569" y="95471"/>
                  <a:pt x="115282" y="90754"/>
                </a:cubicBezTo>
                <a:cubicBezTo>
                  <a:pt x="114894" y="92169"/>
                  <a:pt x="114533" y="93529"/>
                  <a:pt x="114172" y="94861"/>
                </a:cubicBezTo>
                <a:cubicBezTo>
                  <a:pt x="113035" y="95527"/>
                  <a:pt x="105821" y="99355"/>
                  <a:pt x="100688" y="96165"/>
                </a:cubicBezTo>
                <a:close/>
                <a:moveTo>
                  <a:pt x="116420" y="90116"/>
                </a:moveTo>
                <a:cubicBezTo>
                  <a:pt x="118667" y="90033"/>
                  <a:pt x="130792" y="89284"/>
                  <a:pt x="140142" y="83957"/>
                </a:cubicBezTo>
                <a:cubicBezTo>
                  <a:pt x="136924" y="87175"/>
                  <a:pt x="133761" y="90311"/>
                  <a:pt x="130598" y="93335"/>
                </a:cubicBezTo>
                <a:cubicBezTo>
                  <a:pt x="129377" y="93779"/>
                  <a:pt x="119389" y="97108"/>
                  <a:pt x="115143" y="94944"/>
                </a:cubicBezTo>
                <a:cubicBezTo>
                  <a:pt x="115560" y="93390"/>
                  <a:pt x="116004" y="91781"/>
                  <a:pt x="116420" y="90116"/>
                </a:cubicBezTo>
                <a:close/>
                <a:moveTo>
                  <a:pt x="116669" y="89145"/>
                </a:moveTo>
                <a:cubicBezTo>
                  <a:pt x="117696" y="85178"/>
                  <a:pt x="118750" y="80905"/>
                  <a:pt x="119805" y="76438"/>
                </a:cubicBezTo>
                <a:cubicBezTo>
                  <a:pt x="125631" y="79212"/>
                  <a:pt x="143777" y="75744"/>
                  <a:pt x="149270" y="74579"/>
                </a:cubicBezTo>
                <a:cubicBezTo>
                  <a:pt x="147411" y="76521"/>
                  <a:pt x="145552" y="78463"/>
                  <a:pt x="143693" y="80350"/>
                </a:cubicBezTo>
                <a:cubicBezTo>
                  <a:pt x="134898" y="87758"/>
                  <a:pt x="119888" y="88979"/>
                  <a:pt x="116669" y="89145"/>
                </a:cubicBezTo>
                <a:close/>
                <a:moveTo>
                  <a:pt x="120054" y="75495"/>
                </a:moveTo>
                <a:cubicBezTo>
                  <a:pt x="121081" y="71083"/>
                  <a:pt x="122135" y="66477"/>
                  <a:pt x="123190" y="61816"/>
                </a:cubicBezTo>
                <a:cubicBezTo>
                  <a:pt x="126630" y="62593"/>
                  <a:pt x="147800" y="67032"/>
                  <a:pt x="161728" y="61234"/>
                </a:cubicBezTo>
                <a:cubicBezTo>
                  <a:pt x="158010" y="65312"/>
                  <a:pt x="154209" y="69363"/>
                  <a:pt x="150436" y="73358"/>
                </a:cubicBezTo>
                <a:cubicBezTo>
                  <a:pt x="148271" y="73830"/>
                  <a:pt x="125825" y="78630"/>
                  <a:pt x="120054" y="75495"/>
                </a:cubicBezTo>
                <a:close/>
                <a:moveTo>
                  <a:pt x="119083" y="75439"/>
                </a:moveTo>
                <a:cubicBezTo>
                  <a:pt x="117002" y="76577"/>
                  <a:pt x="99773" y="85289"/>
                  <a:pt x="87648" y="69502"/>
                </a:cubicBezTo>
                <a:lnTo>
                  <a:pt x="83958" y="61927"/>
                </a:lnTo>
                <a:cubicBezTo>
                  <a:pt x="89118" y="63093"/>
                  <a:pt x="112480" y="67920"/>
                  <a:pt x="122108" y="62316"/>
                </a:cubicBezTo>
                <a:cubicBezTo>
                  <a:pt x="121109" y="66783"/>
                  <a:pt x="120082" y="71194"/>
                  <a:pt x="119083" y="75439"/>
                </a:cubicBezTo>
                <a:close/>
                <a:moveTo>
                  <a:pt x="86732" y="69807"/>
                </a:moveTo>
                <a:cubicBezTo>
                  <a:pt x="86177" y="71555"/>
                  <a:pt x="80878" y="86926"/>
                  <a:pt x="67893" y="89589"/>
                </a:cubicBezTo>
                <a:cubicBezTo>
                  <a:pt x="65035" y="87841"/>
                  <a:pt x="62066" y="86065"/>
                  <a:pt x="59014" y="84207"/>
                </a:cubicBezTo>
                <a:cubicBezTo>
                  <a:pt x="62927" y="81848"/>
                  <a:pt x="81017" y="70473"/>
                  <a:pt x="83319" y="62815"/>
                </a:cubicBezTo>
                <a:close/>
                <a:moveTo>
                  <a:pt x="58099" y="83652"/>
                </a:moveTo>
                <a:cubicBezTo>
                  <a:pt x="54742" y="81599"/>
                  <a:pt x="51301" y="79462"/>
                  <a:pt x="47805" y="77270"/>
                </a:cubicBezTo>
                <a:cubicBezTo>
                  <a:pt x="49720" y="77603"/>
                  <a:pt x="51634" y="77770"/>
                  <a:pt x="53576" y="77742"/>
                </a:cubicBezTo>
                <a:cubicBezTo>
                  <a:pt x="59986" y="77742"/>
                  <a:pt x="66728" y="76355"/>
                  <a:pt x="70140" y="75522"/>
                </a:cubicBezTo>
                <a:cubicBezTo>
                  <a:pt x="64730" y="79573"/>
                  <a:pt x="59347" y="82903"/>
                  <a:pt x="58099" y="83652"/>
                </a:cubicBezTo>
                <a:close/>
                <a:moveTo>
                  <a:pt x="38871" y="133121"/>
                </a:moveTo>
                <a:cubicBezTo>
                  <a:pt x="38455" y="132844"/>
                  <a:pt x="38039" y="132622"/>
                  <a:pt x="37567" y="132455"/>
                </a:cubicBezTo>
                <a:cubicBezTo>
                  <a:pt x="38011" y="132372"/>
                  <a:pt x="38427" y="132289"/>
                  <a:pt x="38871" y="132233"/>
                </a:cubicBezTo>
                <a:close/>
                <a:moveTo>
                  <a:pt x="39815" y="134342"/>
                </a:moveTo>
                <a:lnTo>
                  <a:pt x="39815" y="132039"/>
                </a:lnTo>
                <a:cubicBezTo>
                  <a:pt x="40675" y="131901"/>
                  <a:pt x="41535" y="131734"/>
                  <a:pt x="42395" y="131568"/>
                </a:cubicBezTo>
                <a:cubicBezTo>
                  <a:pt x="41368" y="132317"/>
                  <a:pt x="40481" y="133260"/>
                  <a:pt x="39815" y="134342"/>
                </a:cubicBezTo>
                <a:close/>
                <a:moveTo>
                  <a:pt x="53132" y="128432"/>
                </a:moveTo>
                <a:cubicBezTo>
                  <a:pt x="44975" y="130180"/>
                  <a:pt x="37318" y="131595"/>
                  <a:pt x="30270" y="132733"/>
                </a:cubicBezTo>
                <a:cubicBezTo>
                  <a:pt x="33294" y="128849"/>
                  <a:pt x="43782" y="114837"/>
                  <a:pt x="44365" y="106264"/>
                </a:cubicBezTo>
                <a:lnTo>
                  <a:pt x="51717" y="107124"/>
                </a:lnTo>
                <a:cubicBezTo>
                  <a:pt x="52578" y="109094"/>
                  <a:pt x="58349" y="122883"/>
                  <a:pt x="53132" y="128432"/>
                </a:cubicBezTo>
                <a:close/>
                <a:moveTo>
                  <a:pt x="61456" y="126573"/>
                </a:moveTo>
                <a:cubicBezTo>
                  <a:pt x="59125" y="127101"/>
                  <a:pt x="56850" y="127628"/>
                  <a:pt x="54603" y="128099"/>
                </a:cubicBezTo>
                <a:cubicBezTo>
                  <a:pt x="58654" y="122051"/>
                  <a:pt x="54159" y="110398"/>
                  <a:pt x="52827" y="107263"/>
                </a:cubicBezTo>
                <a:lnTo>
                  <a:pt x="66839" y="108928"/>
                </a:lnTo>
                <a:cubicBezTo>
                  <a:pt x="69974" y="116058"/>
                  <a:pt x="62455" y="125380"/>
                  <a:pt x="61456" y="126573"/>
                </a:cubicBezTo>
                <a:close/>
                <a:moveTo>
                  <a:pt x="73414" y="123605"/>
                </a:moveTo>
                <a:cubicBezTo>
                  <a:pt x="69863" y="124520"/>
                  <a:pt x="66367" y="125408"/>
                  <a:pt x="62954" y="126213"/>
                </a:cubicBezTo>
                <a:cubicBezTo>
                  <a:pt x="65146" y="123355"/>
                  <a:pt x="70362" y="115614"/>
                  <a:pt x="67921" y="109066"/>
                </a:cubicBezTo>
                <a:lnTo>
                  <a:pt x="85178" y="111119"/>
                </a:lnTo>
                <a:cubicBezTo>
                  <a:pt x="84596" y="112923"/>
                  <a:pt x="81988" y="119360"/>
                  <a:pt x="73414" y="123605"/>
                </a:cubicBezTo>
                <a:close/>
                <a:moveTo>
                  <a:pt x="82737" y="127295"/>
                </a:moveTo>
                <a:cubicBezTo>
                  <a:pt x="81849" y="125491"/>
                  <a:pt x="80351" y="124049"/>
                  <a:pt x="78492" y="123244"/>
                </a:cubicBezTo>
                <a:cubicBezTo>
                  <a:pt x="79907" y="122856"/>
                  <a:pt x="81322" y="122467"/>
                  <a:pt x="82737" y="122051"/>
                </a:cubicBezTo>
                <a:lnTo>
                  <a:pt x="82737" y="127295"/>
                </a:lnTo>
                <a:close/>
                <a:moveTo>
                  <a:pt x="83708" y="128210"/>
                </a:moveTo>
                <a:lnTo>
                  <a:pt x="83708" y="121774"/>
                </a:lnTo>
                <a:cubicBezTo>
                  <a:pt x="84984" y="121413"/>
                  <a:pt x="86288" y="121024"/>
                  <a:pt x="87592" y="120664"/>
                </a:cubicBezTo>
                <a:cubicBezTo>
                  <a:pt x="85844" y="122911"/>
                  <a:pt x="84540" y="125464"/>
                  <a:pt x="83708" y="128210"/>
                </a:cubicBezTo>
                <a:close/>
                <a:moveTo>
                  <a:pt x="90367" y="118833"/>
                </a:moveTo>
                <a:cubicBezTo>
                  <a:pt x="85844" y="120192"/>
                  <a:pt x="81377" y="121468"/>
                  <a:pt x="77021" y="122634"/>
                </a:cubicBezTo>
                <a:cubicBezTo>
                  <a:pt x="83680" y="118250"/>
                  <a:pt x="85678" y="112756"/>
                  <a:pt x="86150" y="111230"/>
                </a:cubicBezTo>
                <a:lnTo>
                  <a:pt x="106431" y="113644"/>
                </a:lnTo>
                <a:cubicBezTo>
                  <a:pt x="100910" y="115531"/>
                  <a:pt x="95555" y="117279"/>
                  <a:pt x="90367" y="118833"/>
                </a:cubicBezTo>
                <a:close/>
                <a:moveTo>
                  <a:pt x="92975" y="104183"/>
                </a:moveTo>
                <a:cubicBezTo>
                  <a:pt x="97359" y="103545"/>
                  <a:pt x="99551" y="99661"/>
                  <a:pt x="100383" y="97718"/>
                </a:cubicBezTo>
                <a:lnTo>
                  <a:pt x="107513" y="112285"/>
                </a:lnTo>
                <a:cubicBezTo>
                  <a:pt x="105211" y="111036"/>
                  <a:pt x="100050" y="108178"/>
                  <a:pt x="92975" y="104183"/>
                </a:cubicBezTo>
                <a:close/>
                <a:moveTo>
                  <a:pt x="108568" y="112257"/>
                </a:moveTo>
                <a:lnTo>
                  <a:pt x="101382" y="97607"/>
                </a:lnTo>
                <a:cubicBezTo>
                  <a:pt x="106071" y="99605"/>
                  <a:pt x="111564" y="97302"/>
                  <a:pt x="113812" y="96137"/>
                </a:cubicBezTo>
                <a:cubicBezTo>
                  <a:pt x="111925" y="102962"/>
                  <a:pt x="110149" y="108539"/>
                  <a:pt x="108568" y="112257"/>
                </a:cubicBezTo>
                <a:close/>
                <a:moveTo>
                  <a:pt x="114894" y="95860"/>
                </a:moveTo>
                <a:cubicBezTo>
                  <a:pt x="118612" y="97580"/>
                  <a:pt x="125548" y="95887"/>
                  <a:pt x="129016" y="94861"/>
                </a:cubicBezTo>
                <a:cubicBezTo>
                  <a:pt x="122385" y="101159"/>
                  <a:pt x="115920" y="106930"/>
                  <a:pt x="109789" y="111841"/>
                </a:cubicBezTo>
                <a:cubicBezTo>
                  <a:pt x="111315" y="108012"/>
                  <a:pt x="113063" y="102491"/>
                  <a:pt x="114894" y="95860"/>
                </a:cubicBezTo>
                <a:close/>
                <a:moveTo>
                  <a:pt x="111120" y="112007"/>
                </a:moveTo>
                <a:cubicBezTo>
                  <a:pt x="117308" y="106985"/>
                  <a:pt x="123828" y="101131"/>
                  <a:pt x="130514" y="94750"/>
                </a:cubicBezTo>
                <a:cubicBezTo>
                  <a:pt x="131430" y="97885"/>
                  <a:pt x="137950" y="99466"/>
                  <a:pt x="141224" y="100077"/>
                </a:cubicBezTo>
                <a:cubicBezTo>
                  <a:pt x="130820" y="104627"/>
                  <a:pt x="120720" y="108595"/>
                  <a:pt x="111120" y="112007"/>
                </a:cubicBezTo>
                <a:close/>
                <a:moveTo>
                  <a:pt x="142833" y="99383"/>
                </a:moveTo>
                <a:cubicBezTo>
                  <a:pt x="139337" y="98856"/>
                  <a:pt x="131236" y="96997"/>
                  <a:pt x="131375" y="93917"/>
                </a:cubicBezTo>
                <a:cubicBezTo>
                  <a:pt x="135481" y="89978"/>
                  <a:pt x="139643" y="85844"/>
                  <a:pt x="143804" y="81599"/>
                </a:cubicBezTo>
                <a:cubicBezTo>
                  <a:pt x="144137" y="83457"/>
                  <a:pt x="145247" y="87619"/>
                  <a:pt x="148854" y="90255"/>
                </a:cubicBezTo>
                <a:cubicBezTo>
                  <a:pt x="151213" y="92003"/>
                  <a:pt x="154209" y="92724"/>
                  <a:pt x="157760" y="92447"/>
                </a:cubicBezTo>
                <a:cubicBezTo>
                  <a:pt x="152739" y="94888"/>
                  <a:pt x="147744" y="97191"/>
                  <a:pt x="142833" y="99355"/>
                </a:cubicBezTo>
                <a:close/>
                <a:moveTo>
                  <a:pt x="163254" y="97635"/>
                </a:moveTo>
                <a:cubicBezTo>
                  <a:pt x="162227" y="95610"/>
                  <a:pt x="160479" y="94056"/>
                  <a:pt x="158343" y="93307"/>
                </a:cubicBezTo>
                <a:cubicBezTo>
                  <a:pt x="159342" y="92808"/>
                  <a:pt x="160341" y="92336"/>
                  <a:pt x="161340" y="91836"/>
                </a:cubicBezTo>
                <a:cubicBezTo>
                  <a:pt x="161367" y="91836"/>
                  <a:pt x="161367" y="91836"/>
                  <a:pt x="161395" y="91809"/>
                </a:cubicBezTo>
                <a:cubicBezTo>
                  <a:pt x="162033" y="91504"/>
                  <a:pt x="162644" y="91198"/>
                  <a:pt x="163254" y="90893"/>
                </a:cubicBezTo>
                <a:lnTo>
                  <a:pt x="163254" y="97635"/>
                </a:lnTo>
                <a:close/>
                <a:moveTo>
                  <a:pt x="164225" y="92919"/>
                </a:moveTo>
                <a:lnTo>
                  <a:pt x="164225" y="90394"/>
                </a:lnTo>
                <a:cubicBezTo>
                  <a:pt x="165002" y="90005"/>
                  <a:pt x="165807" y="89589"/>
                  <a:pt x="166611" y="89173"/>
                </a:cubicBezTo>
                <a:cubicBezTo>
                  <a:pt x="165668" y="90311"/>
                  <a:pt x="164863" y="91587"/>
                  <a:pt x="164225" y="92891"/>
                </a:cubicBezTo>
                <a:close/>
                <a:moveTo>
                  <a:pt x="160618" y="91032"/>
                </a:moveTo>
                <a:cubicBezTo>
                  <a:pt x="155957" y="92031"/>
                  <a:pt x="152184" y="91531"/>
                  <a:pt x="149409" y="89506"/>
                </a:cubicBezTo>
                <a:cubicBezTo>
                  <a:pt x="145552" y="86648"/>
                  <a:pt x="144776" y="81710"/>
                  <a:pt x="144637" y="80738"/>
                </a:cubicBezTo>
                <a:cubicBezTo>
                  <a:pt x="146690" y="78630"/>
                  <a:pt x="148743" y="76493"/>
                  <a:pt x="150796" y="74357"/>
                </a:cubicBezTo>
                <a:cubicBezTo>
                  <a:pt x="161423" y="79712"/>
                  <a:pt x="176156" y="79989"/>
                  <a:pt x="181677" y="79906"/>
                </a:cubicBezTo>
                <a:cubicBezTo>
                  <a:pt x="174574" y="83901"/>
                  <a:pt x="167555" y="87619"/>
                  <a:pt x="160618" y="91032"/>
                </a:cubicBezTo>
                <a:close/>
                <a:moveTo>
                  <a:pt x="183453" y="78880"/>
                </a:moveTo>
                <a:cubicBezTo>
                  <a:pt x="180789" y="79018"/>
                  <a:pt x="163504" y="79573"/>
                  <a:pt x="151490" y="73608"/>
                </a:cubicBezTo>
                <a:cubicBezTo>
                  <a:pt x="155652" y="69252"/>
                  <a:pt x="159786" y="64785"/>
                  <a:pt x="163837" y="60318"/>
                </a:cubicBezTo>
                <a:cubicBezTo>
                  <a:pt x="166417" y="61539"/>
                  <a:pt x="183730" y="69585"/>
                  <a:pt x="196021" y="69585"/>
                </a:cubicBezTo>
                <a:cubicBezTo>
                  <a:pt x="197159" y="69585"/>
                  <a:pt x="198269" y="69502"/>
                  <a:pt x="199406" y="69335"/>
                </a:cubicBezTo>
                <a:cubicBezTo>
                  <a:pt x="194079" y="72692"/>
                  <a:pt x="188752" y="75883"/>
                  <a:pt x="183453" y="78880"/>
                </a:cubicBezTo>
                <a:close/>
                <a:moveTo>
                  <a:pt x="216636" y="67060"/>
                </a:moveTo>
                <a:lnTo>
                  <a:pt x="216636" y="59208"/>
                </a:lnTo>
                <a:cubicBezTo>
                  <a:pt x="219744" y="57016"/>
                  <a:pt x="222851" y="54797"/>
                  <a:pt x="225903" y="52549"/>
                </a:cubicBezTo>
                <a:cubicBezTo>
                  <a:pt x="222379" y="56323"/>
                  <a:pt x="218440" y="61456"/>
                  <a:pt x="216636" y="67060"/>
                </a:cubicBezTo>
                <a:close/>
                <a:moveTo>
                  <a:pt x="234116" y="45058"/>
                </a:moveTo>
                <a:cubicBezTo>
                  <a:pt x="223434" y="53354"/>
                  <a:pt x="212669" y="60901"/>
                  <a:pt x="201959" y="67726"/>
                </a:cubicBezTo>
                <a:cubicBezTo>
                  <a:pt x="191221" y="71666"/>
                  <a:pt x="168304" y="61345"/>
                  <a:pt x="164530" y="59569"/>
                </a:cubicBezTo>
                <a:cubicBezTo>
                  <a:pt x="171189" y="52244"/>
                  <a:pt x="177654" y="44892"/>
                  <a:pt x="183813" y="37789"/>
                </a:cubicBezTo>
                <a:cubicBezTo>
                  <a:pt x="196271" y="55352"/>
                  <a:pt x="224849" y="48027"/>
                  <a:pt x="234116" y="45058"/>
                </a:cubicBezTo>
                <a:close/>
                <a:moveTo>
                  <a:pt x="129987" y="29909"/>
                </a:moveTo>
                <a:cubicBezTo>
                  <a:pt x="134454" y="29576"/>
                  <a:pt x="180928" y="25997"/>
                  <a:pt x="202042" y="14733"/>
                </a:cubicBezTo>
                <a:cubicBezTo>
                  <a:pt x="196465" y="21447"/>
                  <a:pt x="190223" y="28883"/>
                  <a:pt x="183536" y="36624"/>
                </a:cubicBezTo>
                <a:cubicBezTo>
                  <a:pt x="180456" y="37567"/>
                  <a:pt x="139226" y="49581"/>
                  <a:pt x="128545" y="36873"/>
                </a:cubicBezTo>
                <a:cubicBezTo>
                  <a:pt x="129044" y="34543"/>
                  <a:pt x="129516" y="32212"/>
                  <a:pt x="129987" y="29909"/>
                </a:cubicBezTo>
                <a:close/>
                <a:moveTo>
                  <a:pt x="128323" y="38011"/>
                </a:moveTo>
                <a:cubicBezTo>
                  <a:pt x="139226" y="49497"/>
                  <a:pt x="174297" y="40286"/>
                  <a:pt x="182371" y="37955"/>
                </a:cubicBezTo>
                <a:cubicBezTo>
                  <a:pt x="176322" y="44975"/>
                  <a:pt x="169941" y="52189"/>
                  <a:pt x="163393" y="59402"/>
                </a:cubicBezTo>
                <a:cubicBezTo>
                  <a:pt x="150075" y="66394"/>
                  <a:pt x="126852" y="61650"/>
                  <a:pt x="123384" y="60873"/>
                </a:cubicBezTo>
                <a:cubicBezTo>
                  <a:pt x="125076" y="53326"/>
                  <a:pt x="126741" y="45585"/>
                  <a:pt x="128323" y="38011"/>
                </a:cubicBezTo>
                <a:close/>
                <a:moveTo>
                  <a:pt x="127435" y="37539"/>
                </a:moveTo>
                <a:cubicBezTo>
                  <a:pt x="125825" y="45280"/>
                  <a:pt x="124133" y="53243"/>
                  <a:pt x="122413" y="60956"/>
                </a:cubicBezTo>
                <a:cubicBezTo>
                  <a:pt x="121636" y="61511"/>
                  <a:pt x="120804" y="61955"/>
                  <a:pt x="119943" y="62288"/>
                </a:cubicBezTo>
                <a:cubicBezTo>
                  <a:pt x="117446" y="61234"/>
                  <a:pt x="89202" y="48804"/>
                  <a:pt x="77215" y="31768"/>
                </a:cubicBezTo>
                <a:cubicBezTo>
                  <a:pt x="95527" y="38483"/>
                  <a:pt x="122773" y="37733"/>
                  <a:pt x="127435" y="37539"/>
                </a:cubicBezTo>
                <a:close/>
                <a:moveTo>
                  <a:pt x="75662" y="31158"/>
                </a:moveTo>
                <a:cubicBezTo>
                  <a:pt x="86482" y="47749"/>
                  <a:pt x="112868" y="60179"/>
                  <a:pt x="118612" y="62760"/>
                </a:cubicBezTo>
                <a:cubicBezTo>
                  <a:pt x="107347" y="66200"/>
                  <a:pt x="85733" y="61372"/>
                  <a:pt x="83403" y="60845"/>
                </a:cubicBezTo>
                <a:lnTo>
                  <a:pt x="66228" y="25748"/>
                </a:lnTo>
                <a:cubicBezTo>
                  <a:pt x="68781" y="27912"/>
                  <a:pt x="71999" y="29715"/>
                  <a:pt x="75662" y="31158"/>
                </a:cubicBezTo>
                <a:close/>
                <a:moveTo>
                  <a:pt x="82598" y="61345"/>
                </a:moveTo>
                <a:cubicBezTo>
                  <a:pt x="82570" y="64840"/>
                  <a:pt x="77576" y="69724"/>
                  <a:pt x="72083" y="74052"/>
                </a:cubicBezTo>
                <a:cubicBezTo>
                  <a:pt x="70779" y="74385"/>
                  <a:pt x="54298" y="78824"/>
                  <a:pt x="45142" y="75606"/>
                </a:cubicBezTo>
                <a:cubicBezTo>
                  <a:pt x="42145" y="73719"/>
                  <a:pt x="39121" y="71777"/>
                  <a:pt x="36097" y="69835"/>
                </a:cubicBezTo>
                <a:cubicBezTo>
                  <a:pt x="55408" y="61178"/>
                  <a:pt x="63232" y="31574"/>
                  <a:pt x="64758" y="24887"/>
                </a:cubicBezTo>
                <a:close/>
                <a:moveTo>
                  <a:pt x="58598" y="12263"/>
                </a:moveTo>
                <a:lnTo>
                  <a:pt x="64092" y="23528"/>
                </a:lnTo>
                <a:cubicBezTo>
                  <a:pt x="63565" y="26080"/>
                  <a:pt x="56129" y="60373"/>
                  <a:pt x="35153" y="69196"/>
                </a:cubicBezTo>
                <a:cubicBezTo>
                  <a:pt x="30464" y="66144"/>
                  <a:pt x="25803" y="63037"/>
                  <a:pt x="21197" y="59930"/>
                </a:cubicBezTo>
                <a:cubicBezTo>
                  <a:pt x="32296" y="55796"/>
                  <a:pt x="54991" y="18312"/>
                  <a:pt x="58598" y="12263"/>
                </a:cubicBezTo>
                <a:close/>
                <a:moveTo>
                  <a:pt x="34599" y="69973"/>
                </a:moveTo>
                <a:cubicBezTo>
                  <a:pt x="34710" y="72221"/>
                  <a:pt x="35403" y="94888"/>
                  <a:pt x="25332" y="102990"/>
                </a:cubicBezTo>
                <a:lnTo>
                  <a:pt x="21780" y="101908"/>
                </a:lnTo>
                <a:cubicBezTo>
                  <a:pt x="27607" y="90588"/>
                  <a:pt x="22196" y="66450"/>
                  <a:pt x="20809" y="60790"/>
                </a:cubicBezTo>
                <a:cubicBezTo>
                  <a:pt x="25359" y="63897"/>
                  <a:pt x="29965" y="66977"/>
                  <a:pt x="34599" y="69973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7"/>
          <p:cNvSpPr/>
          <p:nvPr/>
        </p:nvSpPr>
        <p:spPr>
          <a:xfrm flipH="1">
            <a:off x="780261" y="-367098"/>
            <a:ext cx="786818" cy="613047"/>
          </a:xfrm>
          <a:custGeom>
            <a:avLst/>
            <a:gdLst/>
            <a:ahLst/>
            <a:cxnLst/>
            <a:rect l="l" t="t" r="r" b="b"/>
            <a:pathLst>
              <a:path w="281509" h="219337" extrusionOk="0">
                <a:moveTo>
                  <a:pt x="128587" y="116910"/>
                </a:moveTo>
                <a:cubicBezTo>
                  <a:pt x="139286" y="88792"/>
                  <a:pt x="158858" y="111300"/>
                  <a:pt x="158858" y="111300"/>
                </a:cubicBezTo>
                <a:cubicBezTo>
                  <a:pt x="164338" y="91337"/>
                  <a:pt x="180257" y="106864"/>
                  <a:pt x="180257" y="106864"/>
                </a:cubicBezTo>
                <a:cubicBezTo>
                  <a:pt x="180192" y="95120"/>
                  <a:pt x="192391" y="99752"/>
                  <a:pt x="192391" y="99752"/>
                </a:cubicBezTo>
                <a:cubicBezTo>
                  <a:pt x="189651" y="95838"/>
                  <a:pt x="190043" y="91597"/>
                  <a:pt x="190630" y="88335"/>
                </a:cubicBezTo>
                <a:cubicBezTo>
                  <a:pt x="193435" y="90619"/>
                  <a:pt x="199502" y="91402"/>
                  <a:pt x="203743" y="88923"/>
                </a:cubicBezTo>
                <a:cubicBezTo>
                  <a:pt x="207918" y="86444"/>
                  <a:pt x="210202" y="80768"/>
                  <a:pt x="209549" y="77179"/>
                </a:cubicBezTo>
                <a:cubicBezTo>
                  <a:pt x="212746" y="78223"/>
                  <a:pt x="216595" y="79985"/>
                  <a:pt x="218683" y="84291"/>
                </a:cubicBezTo>
                <a:cubicBezTo>
                  <a:pt x="218683" y="84291"/>
                  <a:pt x="220575" y="71373"/>
                  <a:pt x="230817" y="77114"/>
                </a:cubicBezTo>
                <a:cubicBezTo>
                  <a:pt x="230817" y="77114"/>
                  <a:pt x="224946" y="55650"/>
                  <a:pt x="245105" y="60543"/>
                </a:cubicBezTo>
                <a:cubicBezTo>
                  <a:pt x="245105" y="60543"/>
                  <a:pt x="234928" y="32490"/>
                  <a:pt x="264677" y="36796"/>
                </a:cubicBezTo>
                <a:cubicBezTo>
                  <a:pt x="264677" y="36796"/>
                  <a:pt x="252477" y="19899"/>
                  <a:pt x="281509" y="14615"/>
                </a:cubicBezTo>
                <a:cubicBezTo>
                  <a:pt x="281509" y="14615"/>
                  <a:pt x="253912" y="1"/>
                  <a:pt x="207266" y="40189"/>
                </a:cubicBezTo>
                <a:cubicBezTo>
                  <a:pt x="208571" y="47952"/>
                  <a:pt x="206679" y="55911"/>
                  <a:pt x="202047" y="62240"/>
                </a:cubicBezTo>
                <a:cubicBezTo>
                  <a:pt x="201786" y="61652"/>
                  <a:pt x="201460" y="61065"/>
                  <a:pt x="201068" y="60543"/>
                </a:cubicBezTo>
                <a:cubicBezTo>
                  <a:pt x="200351" y="59695"/>
                  <a:pt x="200155" y="58521"/>
                  <a:pt x="200481" y="57477"/>
                </a:cubicBezTo>
                <a:cubicBezTo>
                  <a:pt x="196958" y="59173"/>
                  <a:pt x="196567" y="62762"/>
                  <a:pt x="196567" y="64523"/>
                </a:cubicBezTo>
                <a:cubicBezTo>
                  <a:pt x="192326" y="65241"/>
                  <a:pt x="188542" y="67459"/>
                  <a:pt x="185933" y="70786"/>
                </a:cubicBezTo>
                <a:cubicBezTo>
                  <a:pt x="184367" y="69938"/>
                  <a:pt x="181040" y="68568"/>
                  <a:pt x="177843" y="70786"/>
                </a:cubicBezTo>
                <a:cubicBezTo>
                  <a:pt x="178887" y="70982"/>
                  <a:pt x="179800" y="71765"/>
                  <a:pt x="180192" y="72808"/>
                </a:cubicBezTo>
                <a:cubicBezTo>
                  <a:pt x="180518" y="73396"/>
                  <a:pt x="180844" y="73983"/>
                  <a:pt x="181235" y="74505"/>
                </a:cubicBezTo>
                <a:cubicBezTo>
                  <a:pt x="173407" y="75483"/>
                  <a:pt x="165578" y="73265"/>
                  <a:pt x="159445" y="68307"/>
                </a:cubicBezTo>
                <a:cubicBezTo>
                  <a:pt x="101708" y="89640"/>
                  <a:pt x="100991" y="120890"/>
                  <a:pt x="100991" y="120890"/>
                </a:cubicBezTo>
                <a:cubicBezTo>
                  <a:pt x="119780" y="98056"/>
                  <a:pt x="128587" y="116910"/>
                  <a:pt x="128587" y="116910"/>
                </a:cubicBezTo>
                <a:close/>
                <a:moveTo>
                  <a:pt x="18985" y="196177"/>
                </a:moveTo>
                <a:cubicBezTo>
                  <a:pt x="38687" y="183781"/>
                  <a:pt x="40318" y="206876"/>
                  <a:pt x="40318" y="206876"/>
                </a:cubicBezTo>
                <a:cubicBezTo>
                  <a:pt x="53040" y="197025"/>
                  <a:pt x="55649" y="214183"/>
                  <a:pt x="55649" y="214183"/>
                </a:cubicBezTo>
                <a:cubicBezTo>
                  <a:pt x="61129" y="206811"/>
                  <a:pt x="66544" y="215422"/>
                  <a:pt x="66544" y="215422"/>
                </a:cubicBezTo>
                <a:cubicBezTo>
                  <a:pt x="66675" y="211704"/>
                  <a:pt x="68828" y="209225"/>
                  <a:pt x="70785" y="207463"/>
                </a:cubicBezTo>
                <a:cubicBezTo>
                  <a:pt x="71437" y="210269"/>
                  <a:pt x="74830" y="213531"/>
                  <a:pt x="78614" y="213987"/>
                </a:cubicBezTo>
                <a:cubicBezTo>
                  <a:pt x="82332" y="214379"/>
                  <a:pt x="86442" y="211965"/>
                  <a:pt x="87682" y="209420"/>
                </a:cubicBezTo>
                <a:cubicBezTo>
                  <a:pt x="89182" y="211573"/>
                  <a:pt x="90748" y="214444"/>
                  <a:pt x="90031" y="218097"/>
                </a:cubicBezTo>
                <a:cubicBezTo>
                  <a:pt x="90031" y="218097"/>
                  <a:pt x="97272" y="210986"/>
                  <a:pt x="100860" y="219337"/>
                </a:cubicBezTo>
                <a:cubicBezTo>
                  <a:pt x="100860" y="219337"/>
                  <a:pt x="107319" y="203288"/>
                  <a:pt x="117496" y="215749"/>
                </a:cubicBezTo>
                <a:cubicBezTo>
                  <a:pt x="117496" y="215749"/>
                  <a:pt x="124281" y="193632"/>
                  <a:pt x="140722" y="210203"/>
                </a:cubicBezTo>
                <a:cubicBezTo>
                  <a:pt x="140722" y="210203"/>
                  <a:pt x="141048" y="194024"/>
                  <a:pt x="161533" y="204332"/>
                </a:cubicBezTo>
                <a:cubicBezTo>
                  <a:pt x="161533" y="204332"/>
                  <a:pt x="151225" y="182346"/>
                  <a:pt x="103535" y="185412"/>
                </a:cubicBezTo>
                <a:cubicBezTo>
                  <a:pt x="100730" y="190827"/>
                  <a:pt x="95902" y="194872"/>
                  <a:pt x="90031" y="196633"/>
                </a:cubicBezTo>
                <a:cubicBezTo>
                  <a:pt x="90161" y="196177"/>
                  <a:pt x="90226" y="195655"/>
                  <a:pt x="90226" y="195133"/>
                </a:cubicBezTo>
                <a:cubicBezTo>
                  <a:pt x="90161" y="194285"/>
                  <a:pt x="90552" y="193437"/>
                  <a:pt x="91270" y="192980"/>
                </a:cubicBezTo>
                <a:cubicBezTo>
                  <a:pt x="89052" y="192589"/>
                  <a:pt x="86769" y="193632"/>
                  <a:pt x="85529" y="195524"/>
                </a:cubicBezTo>
                <a:cubicBezTo>
                  <a:pt x="82593" y="193959"/>
                  <a:pt x="79201" y="193567"/>
                  <a:pt x="76004" y="194415"/>
                </a:cubicBezTo>
                <a:cubicBezTo>
                  <a:pt x="75482" y="193176"/>
                  <a:pt x="74047" y="190762"/>
                  <a:pt x="70981" y="190631"/>
                </a:cubicBezTo>
                <a:cubicBezTo>
                  <a:pt x="71568" y="191284"/>
                  <a:pt x="71763" y="192197"/>
                  <a:pt x="71568" y="192980"/>
                </a:cubicBezTo>
                <a:cubicBezTo>
                  <a:pt x="71437" y="193502"/>
                  <a:pt x="71372" y="194024"/>
                  <a:pt x="71372" y="194546"/>
                </a:cubicBezTo>
                <a:cubicBezTo>
                  <a:pt x="66088" y="191479"/>
                  <a:pt x="62239" y="186391"/>
                  <a:pt x="60738" y="180519"/>
                </a:cubicBezTo>
                <a:cubicBezTo>
                  <a:pt x="15005" y="166688"/>
                  <a:pt x="0" y="185738"/>
                  <a:pt x="0" y="185738"/>
                </a:cubicBezTo>
                <a:cubicBezTo>
                  <a:pt x="22312" y="180324"/>
                  <a:pt x="18985" y="196177"/>
                  <a:pt x="18985" y="196177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">
    <p:bg>
      <p:bgPr>
        <a:solidFill>
          <a:schemeClr val="dk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>
            <a:spLocks noGrp="1"/>
          </p:cNvSpPr>
          <p:nvPr>
            <p:ph type="title"/>
          </p:nvPr>
        </p:nvSpPr>
        <p:spPr>
          <a:xfrm>
            <a:off x="3705594" y="615700"/>
            <a:ext cx="4285500" cy="11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28"/>
          <p:cNvSpPr txBox="1">
            <a:spLocks noGrp="1"/>
          </p:cNvSpPr>
          <p:nvPr>
            <p:ph type="subTitle" idx="1"/>
          </p:nvPr>
        </p:nvSpPr>
        <p:spPr>
          <a:xfrm>
            <a:off x="3705606" y="1644925"/>
            <a:ext cx="4285500" cy="12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3684600" y="3789588"/>
            <a:ext cx="43275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lang="en" sz="1100" b="1">
                <a:solidFill>
                  <a:schemeClr val="accent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" sz="11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 including icons by </a:t>
            </a:r>
            <a:r>
              <a:rPr lang="en" sz="1100" b="1">
                <a:solidFill>
                  <a:schemeClr val="accent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1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and infographics &amp; images by </a:t>
            </a:r>
            <a:r>
              <a:rPr lang="en" sz="1100" b="1">
                <a:solidFill>
                  <a:schemeClr val="accent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accen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00" name="Google Shape;200;p28"/>
          <p:cNvSpPr>
            <a:spLocks noGrp="1"/>
          </p:cNvSpPr>
          <p:nvPr>
            <p:ph type="pic" idx="2"/>
          </p:nvPr>
        </p:nvSpPr>
        <p:spPr>
          <a:xfrm>
            <a:off x="0" y="0"/>
            <a:ext cx="28296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_1_1">
    <p:bg>
      <p:bgPr>
        <a:solidFill>
          <a:schemeClr val="dk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43886">
            <a:off x="3544469" y="4142175"/>
            <a:ext cx="2423763" cy="102937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9"/>
          <p:cNvSpPr/>
          <p:nvPr/>
        </p:nvSpPr>
        <p:spPr>
          <a:xfrm rot="2215042">
            <a:off x="4301313" y="4218936"/>
            <a:ext cx="849454" cy="661850"/>
          </a:xfrm>
          <a:custGeom>
            <a:avLst/>
            <a:gdLst/>
            <a:ahLst/>
            <a:cxnLst/>
            <a:rect l="l" t="t" r="r" b="b"/>
            <a:pathLst>
              <a:path w="281509" h="219337" extrusionOk="0">
                <a:moveTo>
                  <a:pt x="128587" y="116910"/>
                </a:moveTo>
                <a:cubicBezTo>
                  <a:pt x="139286" y="88792"/>
                  <a:pt x="158858" y="111300"/>
                  <a:pt x="158858" y="111300"/>
                </a:cubicBezTo>
                <a:cubicBezTo>
                  <a:pt x="164338" y="91337"/>
                  <a:pt x="180257" y="106864"/>
                  <a:pt x="180257" y="106864"/>
                </a:cubicBezTo>
                <a:cubicBezTo>
                  <a:pt x="180192" y="95120"/>
                  <a:pt x="192391" y="99752"/>
                  <a:pt x="192391" y="99752"/>
                </a:cubicBezTo>
                <a:cubicBezTo>
                  <a:pt x="189651" y="95838"/>
                  <a:pt x="190043" y="91597"/>
                  <a:pt x="190630" y="88335"/>
                </a:cubicBezTo>
                <a:cubicBezTo>
                  <a:pt x="193435" y="90619"/>
                  <a:pt x="199502" y="91402"/>
                  <a:pt x="203743" y="88923"/>
                </a:cubicBezTo>
                <a:cubicBezTo>
                  <a:pt x="207918" y="86444"/>
                  <a:pt x="210202" y="80768"/>
                  <a:pt x="209549" y="77179"/>
                </a:cubicBezTo>
                <a:cubicBezTo>
                  <a:pt x="212746" y="78223"/>
                  <a:pt x="216595" y="79985"/>
                  <a:pt x="218683" y="84291"/>
                </a:cubicBezTo>
                <a:cubicBezTo>
                  <a:pt x="218683" y="84291"/>
                  <a:pt x="220575" y="71373"/>
                  <a:pt x="230817" y="77114"/>
                </a:cubicBezTo>
                <a:cubicBezTo>
                  <a:pt x="230817" y="77114"/>
                  <a:pt x="224946" y="55650"/>
                  <a:pt x="245105" y="60543"/>
                </a:cubicBezTo>
                <a:cubicBezTo>
                  <a:pt x="245105" y="60543"/>
                  <a:pt x="234928" y="32490"/>
                  <a:pt x="264677" y="36796"/>
                </a:cubicBezTo>
                <a:cubicBezTo>
                  <a:pt x="264677" y="36796"/>
                  <a:pt x="252477" y="19899"/>
                  <a:pt x="281509" y="14615"/>
                </a:cubicBezTo>
                <a:cubicBezTo>
                  <a:pt x="281509" y="14615"/>
                  <a:pt x="253912" y="1"/>
                  <a:pt x="207266" y="40189"/>
                </a:cubicBezTo>
                <a:cubicBezTo>
                  <a:pt x="208571" y="47952"/>
                  <a:pt x="206679" y="55911"/>
                  <a:pt x="202047" y="62240"/>
                </a:cubicBezTo>
                <a:cubicBezTo>
                  <a:pt x="201786" y="61652"/>
                  <a:pt x="201460" y="61065"/>
                  <a:pt x="201068" y="60543"/>
                </a:cubicBezTo>
                <a:cubicBezTo>
                  <a:pt x="200351" y="59695"/>
                  <a:pt x="200155" y="58521"/>
                  <a:pt x="200481" y="57477"/>
                </a:cubicBezTo>
                <a:cubicBezTo>
                  <a:pt x="196958" y="59173"/>
                  <a:pt x="196567" y="62762"/>
                  <a:pt x="196567" y="64523"/>
                </a:cubicBezTo>
                <a:cubicBezTo>
                  <a:pt x="192326" y="65241"/>
                  <a:pt x="188542" y="67459"/>
                  <a:pt x="185933" y="70786"/>
                </a:cubicBezTo>
                <a:cubicBezTo>
                  <a:pt x="184367" y="69938"/>
                  <a:pt x="181040" y="68568"/>
                  <a:pt x="177843" y="70786"/>
                </a:cubicBezTo>
                <a:cubicBezTo>
                  <a:pt x="178887" y="70982"/>
                  <a:pt x="179800" y="71765"/>
                  <a:pt x="180192" y="72808"/>
                </a:cubicBezTo>
                <a:cubicBezTo>
                  <a:pt x="180518" y="73396"/>
                  <a:pt x="180844" y="73983"/>
                  <a:pt x="181235" y="74505"/>
                </a:cubicBezTo>
                <a:cubicBezTo>
                  <a:pt x="173407" y="75483"/>
                  <a:pt x="165578" y="73265"/>
                  <a:pt x="159445" y="68307"/>
                </a:cubicBezTo>
                <a:cubicBezTo>
                  <a:pt x="101708" y="89640"/>
                  <a:pt x="100991" y="120890"/>
                  <a:pt x="100991" y="120890"/>
                </a:cubicBezTo>
                <a:cubicBezTo>
                  <a:pt x="119780" y="98056"/>
                  <a:pt x="128587" y="116910"/>
                  <a:pt x="128587" y="116910"/>
                </a:cubicBezTo>
                <a:close/>
                <a:moveTo>
                  <a:pt x="18985" y="196177"/>
                </a:moveTo>
                <a:cubicBezTo>
                  <a:pt x="38687" y="183781"/>
                  <a:pt x="40318" y="206876"/>
                  <a:pt x="40318" y="206876"/>
                </a:cubicBezTo>
                <a:cubicBezTo>
                  <a:pt x="53040" y="197025"/>
                  <a:pt x="55649" y="214183"/>
                  <a:pt x="55649" y="214183"/>
                </a:cubicBezTo>
                <a:cubicBezTo>
                  <a:pt x="61129" y="206811"/>
                  <a:pt x="66544" y="215422"/>
                  <a:pt x="66544" y="215422"/>
                </a:cubicBezTo>
                <a:cubicBezTo>
                  <a:pt x="66675" y="211704"/>
                  <a:pt x="68828" y="209225"/>
                  <a:pt x="70785" y="207463"/>
                </a:cubicBezTo>
                <a:cubicBezTo>
                  <a:pt x="71437" y="210269"/>
                  <a:pt x="74830" y="213531"/>
                  <a:pt x="78614" y="213987"/>
                </a:cubicBezTo>
                <a:cubicBezTo>
                  <a:pt x="82332" y="214379"/>
                  <a:pt x="86442" y="211965"/>
                  <a:pt x="87682" y="209420"/>
                </a:cubicBezTo>
                <a:cubicBezTo>
                  <a:pt x="89182" y="211573"/>
                  <a:pt x="90748" y="214444"/>
                  <a:pt x="90031" y="218097"/>
                </a:cubicBezTo>
                <a:cubicBezTo>
                  <a:pt x="90031" y="218097"/>
                  <a:pt x="97272" y="210986"/>
                  <a:pt x="100860" y="219337"/>
                </a:cubicBezTo>
                <a:cubicBezTo>
                  <a:pt x="100860" y="219337"/>
                  <a:pt x="107319" y="203288"/>
                  <a:pt x="117496" y="215749"/>
                </a:cubicBezTo>
                <a:cubicBezTo>
                  <a:pt x="117496" y="215749"/>
                  <a:pt x="124281" y="193632"/>
                  <a:pt x="140722" y="210203"/>
                </a:cubicBezTo>
                <a:cubicBezTo>
                  <a:pt x="140722" y="210203"/>
                  <a:pt x="141048" y="194024"/>
                  <a:pt x="161533" y="204332"/>
                </a:cubicBezTo>
                <a:cubicBezTo>
                  <a:pt x="161533" y="204332"/>
                  <a:pt x="151225" y="182346"/>
                  <a:pt x="103535" y="185412"/>
                </a:cubicBezTo>
                <a:cubicBezTo>
                  <a:pt x="100730" y="190827"/>
                  <a:pt x="95902" y="194872"/>
                  <a:pt x="90031" y="196633"/>
                </a:cubicBezTo>
                <a:cubicBezTo>
                  <a:pt x="90161" y="196177"/>
                  <a:pt x="90226" y="195655"/>
                  <a:pt x="90226" y="195133"/>
                </a:cubicBezTo>
                <a:cubicBezTo>
                  <a:pt x="90161" y="194285"/>
                  <a:pt x="90552" y="193437"/>
                  <a:pt x="91270" y="192980"/>
                </a:cubicBezTo>
                <a:cubicBezTo>
                  <a:pt x="89052" y="192589"/>
                  <a:pt x="86769" y="193632"/>
                  <a:pt x="85529" y="195524"/>
                </a:cubicBezTo>
                <a:cubicBezTo>
                  <a:pt x="82593" y="193959"/>
                  <a:pt x="79201" y="193567"/>
                  <a:pt x="76004" y="194415"/>
                </a:cubicBezTo>
                <a:cubicBezTo>
                  <a:pt x="75482" y="193176"/>
                  <a:pt x="74047" y="190762"/>
                  <a:pt x="70981" y="190631"/>
                </a:cubicBezTo>
                <a:cubicBezTo>
                  <a:pt x="71568" y="191284"/>
                  <a:pt x="71763" y="192197"/>
                  <a:pt x="71568" y="192980"/>
                </a:cubicBezTo>
                <a:cubicBezTo>
                  <a:pt x="71437" y="193502"/>
                  <a:pt x="71372" y="194024"/>
                  <a:pt x="71372" y="194546"/>
                </a:cubicBezTo>
                <a:cubicBezTo>
                  <a:pt x="66088" y="191479"/>
                  <a:pt x="62239" y="186391"/>
                  <a:pt x="60738" y="180519"/>
                </a:cubicBezTo>
                <a:cubicBezTo>
                  <a:pt x="15005" y="166688"/>
                  <a:pt x="0" y="185738"/>
                  <a:pt x="0" y="185738"/>
                </a:cubicBezTo>
                <a:cubicBezTo>
                  <a:pt x="22312" y="180324"/>
                  <a:pt x="18985" y="196177"/>
                  <a:pt x="18985" y="196177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-2" y="3721942"/>
            <a:ext cx="685569" cy="1421561"/>
          </a:xfrm>
          <a:custGeom>
            <a:avLst/>
            <a:gdLst/>
            <a:ahLst/>
            <a:cxnLst/>
            <a:rect l="l" t="t" r="r" b="b"/>
            <a:pathLst>
              <a:path w="100856" h="209130" extrusionOk="0">
                <a:moveTo>
                  <a:pt x="66670" y="209129"/>
                </a:moveTo>
                <a:lnTo>
                  <a:pt x="64681" y="199340"/>
                </a:lnTo>
                <a:cubicBezTo>
                  <a:pt x="65867" y="186740"/>
                  <a:pt x="82290" y="183089"/>
                  <a:pt x="84680" y="182630"/>
                </a:cubicBezTo>
                <a:cubicBezTo>
                  <a:pt x="89689" y="191864"/>
                  <a:pt x="94718" y="200736"/>
                  <a:pt x="99670" y="209129"/>
                </a:cubicBezTo>
                <a:lnTo>
                  <a:pt x="100855" y="209129"/>
                </a:lnTo>
                <a:cubicBezTo>
                  <a:pt x="62349" y="144257"/>
                  <a:pt x="20439" y="48506"/>
                  <a:pt x="0" y="0"/>
                </a:cubicBezTo>
                <a:lnTo>
                  <a:pt x="0" y="2619"/>
                </a:lnTo>
                <a:cubicBezTo>
                  <a:pt x="3078" y="9904"/>
                  <a:pt x="6596" y="18164"/>
                  <a:pt x="10497" y="27169"/>
                </a:cubicBezTo>
                <a:cubicBezTo>
                  <a:pt x="9617" y="28297"/>
                  <a:pt x="5009" y="34186"/>
                  <a:pt x="0" y="40361"/>
                </a:cubicBezTo>
                <a:lnTo>
                  <a:pt x="0" y="41986"/>
                </a:lnTo>
                <a:cubicBezTo>
                  <a:pt x="4837" y="36059"/>
                  <a:pt x="9445" y="30171"/>
                  <a:pt x="10955" y="28240"/>
                </a:cubicBezTo>
                <a:cubicBezTo>
                  <a:pt x="12791" y="32465"/>
                  <a:pt x="14703" y="36843"/>
                  <a:pt x="16691" y="41375"/>
                </a:cubicBezTo>
                <a:cubicBezTo>
                  <a:pt x="15716" y="46174"/>
                  <a:pt x="6711" y="54376"/>
                  <a:pt x="0" y="59940"/>
                </a:cubicBezTo>
                <a:lnTo>
                  <a:pt x="0" y="61278"/>
                </a:lnTo>
                <a:cubicBezTo>
                  <a:pt x="6367" y="56058"/>
                  <a:pt x="15200" y="48143"/>
                  <a:pt x="17303" y="42790"/>
                </a:cubicBezTo>
                <a:cubicBezTo>
                  <a:pt x="18775" y="46097"/>
                  <a:pt x="20267" y="49481"/>
                  <a:pt x="21796" y="52923"/>
                </a:cubicBezTo>
                <a:cubicBezTo>
                  <a:pt x="21567" y="54013"/>
                  <a:pt x="18431" y="68983"/>
                  <a:pt x="13384" y="74796"/>
                </a:cubicBezTo>
                <a:cubicBezTo>
                  <a:pt x="13307" y="74853"/>
                  <a:pt x="13269" y="74910"/>
                  <a:pt x="13212" y="74987"/>
                </a:cubicBezTo>
                <a:cubicBezTo>
                  <a:pt x="12198" y="76115"/>
                  <a:pt x="11108" y="76860"/>
                  <a:pt x="9942" y="77052"/>
                </a:cubicBezTo>
                <a:lnTo>
                  <a:pt x="0" y="70360"/>
                </a:lnTo>
                <a:lnTo>
                  <a:pt x="0" y="71584"/>
                </a:lnTo>
                <a:lnTo>
                  <a:pt x="9407" y="77912"/>
                </a:lnTo>
                <a:cubicBezTo>
                  <a:pt x="10133" y="79901"/>
                  <a:pt x="18144" y="102060"/>
                  <a:pt x="17341" y="108580"/>
                </a:cubicBezTo>
                <a:lnTo>
                  <a:pt x="6501" y="112060"/>
                </a:lnTo>
                <a:lnTo>
                  <a:pt x="0" y="89269"/>
                </a:lnTo>
                <a:lnTo>
                  <a:pt x="0" y="92997"/>
                </a:lnTo>
                <a:lnTo>
                  <a:pt x="5526" y="112365"/>
                </a:lnTo>
                <a:lnTo>
                  <a:pt x="0" y="114144"/>
                </a:lnTo>
                <a:lnTo>
                  <a:pt x="0" y="115214"/>
                </a:lnTo>
                <a:lnTo>
                  <a:pt x="6080" y="113264"/>
                </a:lnTo>
                <a:cubicBezTo>
                  <a:pt x="8298" y="114622"/>
                  <a:pt x="30018" y="128120"/>
                  <a:pt x="33899" y="136093"/>
                </a:cubicBezTo>
                <a:lnTo>
                  <a:pt x="30629" y="148253"/>
                </a:lnTo>
                <a:cubicBezTo>
                  <a:pt x="27092" y="143836"/>
                  <a:pt x="9980" y="122747"/>
                  <a:pt x="0" y="116094"/>
                </a:cubicBezTo>
                <a:lnTo>
                  <a:pt x="0" y="117337"/>
                </a:lnTo>
                <a:cubicBezTo>
                  <a:pt x="10420" y="124659"/>
                  <a:pt x="28488" y="147201"/>
                  <a:pt x="30285" y="149476"/>
                </a:cubicBezTo>
                <a:lnTo>
                  <a:pt x="27226" y="160814"/>
                </a:lnTo>
                <a:cubicBezTo>
                  <a:pt x="24033" y="156474"/>
                  <a:pt x="9770" y="137221"/>
                  <a:pt x="0" y="125730"/>
                </a:cubicBezTo>
                <a:lnTo>
                  <a:pt x="0" y="127279"/>
                </a:lnTo>
                <a:cubicBezTo>
                  <a:pt x="8240" y="137106"/>
                  <a:pt x="19808" y="152440"/>
                  <a:pt x="26901" y="162076"/>
                </a:cubicBezTo>
                <a:lnTo>
                  <a:pt x="22274" y="179188"/>
                </a:lnTo>
                <a:cubicBezTo>
                  <a:pt x="18909" y="167315"/>
                  <a:pt x="6807" y="152478"/>
                  <a:pt x="0" y="144792"/>
                </a:cubicBezTo>
                <a:lnTo>
                  <a:pt x="0" y="146379"/>
                </a:lnTo>
                <a:cubicBezTo>
                  <a:pt x="7227" y="154658"/>
                  <a:pt x="19349" y="169877"/>
                  <a:pt x="21739" y="181215"/>
                </a:cubicBezTo>
                <a:lnTo>
                  <a:pt x="16137" y="201979"/>
                </a:lnTo>
                <a:cubicBezTo>
                  <a:pt x="13957" y="196491"/>
                  <a:pt x="6137" y="177066"/>
                  <a:pt x="0" y="164600"/>
                </a:cubicBezTo>
                <a:lnTo>
                  <a:pt x="0" y="166933"/>
                </a:lnTo>
                <a:cubicBezTo>
                  <a:pt x="6654" y="180813"/>
                  <a:pt x="14894" y="201596"/>
                  <a:pt x="15697" y="203623"/>
                </a:cubicBezTo>
                <a:lnTo>
                  <a:pt x="14206" y="209129"/>
                </a:lnTo>
                <a:lnTo>
                  <a:pt x="15257" y="209129"/>
                </a:lnTo>
                <a:lnTo>
                  <a:pt x="16691" y="203872"/>
                </a:lnTo>
                <a:cubicBezTo>
                  <a:pt x="27570" y="192209"/>
                  <a:pt x="58085" y="191310"/>
                  <a:pt x="61985" y="191253"/>
                </a:cubicBezTo>
                <a:lnTo>
                  <a:pt x="65637" y="209129"/>
                </a:lnTo>
                <a:lnTo>
                  <a:pt x="66670" y="209129"/>
                </a:lnTo>
                <a:close/>
                <a:moveTo>
                  <a:pt x="22504" y="54510"/>
                </a:moveTo>
                <a:cubicBezTo>
                  <a:pt x="25066" y="60284"/>
                  <a:pt x="27742" y="66249"/>
                  <a:pt x="30496" y="72310"/>
                </a:cubicBezTo>
                <a:cubicBezTo>
                  <a:pt x="30496" y="72348"/>
                  <a:pt x="30496" y="72387"/>
                  <a:pt x="30496" y="72425"/>
                </a:cubicBezTo>
                <a:cubicBezTo>
                  <a:pt x="30629" y="73075"/>
                  <a:pt x="30706" y="73725"/>
                  <a:pt x="30763" y="74375"/>
                </a:cubicBezTo>
                <a:cubicBezTo>
                  <a:pt x="28526" y="74318"/>
                  <a:pt x="20324" y="74126"/>
                  <a:pt x="14798" y="74604"/>
                </a:cubicBezTo>
                <a:cubicBezTo>
                  <a:pt x="18966" y="69021"/>
                  <a:pt x="21624" y="58410"/>
                  <a:pt x="22504" y="54510"/>
                </a:cubicBezTo>
                <a:close/>
                <a:moveTo>
                  <a:pt x="66975" y="148788"/>
                </a:moveTo>
                <a:cubicBezTo>
                  <a:pt x="68620" y="152058"/>
                  <a:pt x="70283" y="155308"/>
                  <a:pt x="71946" y="158539"/>
                </a:cubicBezTo>
                <a:cubicBezTo>
                  <a:pt x="66211" y="162191"/>
                  <a:pt x="62540" y="176741"/>
                  <a:pt x="61278" y="182630"/>
                </a:cubicBezTo>
                <a:lnTo>
                  <a:pt x="60456" y="178653"/>
                </a:lnTo>
                <a:cubicBezTo>
                  <a:pt x="60456" y="178653"/>
                  <a:pt x="60456" y="178653"/>
                  <a:pt x="60456" y="178653"/>
                </a:cubicBezTo>
                <a:lnTo>
                  <a:pt x="56249" y="157966"/>
                </a:lnTo>
                <a:cubicBezTo>
                  <a:pt x="58257" y="155002"/>
                  <a:pt x="63763" y="148081"/>
                  <a:pt x="66975" y="148788"/>
                </a:cubicBezTo>
                <a:close/>
                <a:moveTo>
                  <a:pt x="55217" y="158004"/>
                </a:moveTo>
                <a:lnTo>
                  <a:pt x="56976" y="166646"/>
                </a:lnTo>
                <a:cubicBezTo>
                  <a:pt x="55198" y="165575"/>
                  <a:pt x="51297" y="163281"/>
                  <a:pt x="46804" y="160948"/>
                </a:cubicBezTo>
                <a:cubicBezTo>
                  <a:pt x="45906" y="155327"/>
                  <a:pt x="43057" y="142402"/>
                  <a:pt x="41872" y="137125"/>
                </a:cubicBezTo>
                <a:cubicBezTo>
                  <a:pt x="46881" y="143760"/>
                  <a:pt x="53458" y="153052"/>
                  <a:pt x="55217" y="158004"/>
                </a:cubicBezTo>
                <a:close/>
                <a:moveTo>
                  <a:pt x="36881" y="128980"/>
                </a:moveTo>
                <a:lnTo>
                  <a:pt x="38640" y="122403"/>
                </a:lnTo>
                <a:cubicBezTo>
                  <a:pt x="44395" y="123302"/>
                  <a:pt x="49864" y="133187"/>
                  <a:pt x="50322" y="134047"/>
                </a:cubicBezTo>
                <a:lnTo>
                  <a:pt x="54337" y="153740"/>
                </a:lnTo>
                <a:cubicBezTo>
                  <a:pt x="49462" y="144792"/>
                  <a:pt x="38411" y="130892"/>
                  <a:pt x="36881" y="128980"/>
                </a:cubicBezTo>
                <a:close/>
                <a:moveTo>
                  <a:pt x="60800" y="136456"/>
                </a:moveTo>
                <a:cubicBezTo>
                  <a:pt x="62674" y="140223"/>
                  <a:pt x="64547" y="143989"/>
                  <a:pt x="66440" y="147717"/>
                </a:cubicBezTo>
                <a:cubicBezTo>
                  <a:pt x="62635" y="147794"/>
                  <a:pt x="57798" y="154027"/>
                  <a:pt x="55963" y="156589"/>
                </a:cubicBezTo>
                <a:lnTo>
                  <a:pt x="51393" y="134181"/>
                </a:lnTo>
                <a:cubicBezTo>
                  <a:pt x="55695" y="132192"/>
                  <a:pt x="60704" y="136380"/>
                  <a:pt x="60762" y="136418"/>
                </a:cubicBezTo>
                <a:cubicBezTo>
                  <a:pt x="60781" y="136437"/>
                  <a:pt x="60781" y="136437"/>
                  <a:pt x="60800" y="136456"/>
                </a:cubicBezTo>
                <a:close/>
                <a:moveTo>
                  <a:pt x="59863" y="134525"/>
                </a:moveTo>
                <a:cubicBezTo>
                  <a:pt x="57913" y="133320"/>
                  <a:pt x="54471" y="131753"/>
                  <a:pt x="51183" y="133148"/>
                </a:cubicBezTo>
                <a:lnTo>
                  <a:pt x="45313" y="104335"/>
                </a:lnTo>
                <a:cubicBezTo>
                  <a:pt x="50036" y="114354"/>
                  <a:pt x="54892" y="124468"/>
                  <a:pt x="59863" y="134525"/>
                </a:cubicBezTo>
                <a:close/>
                <a:moveTo>
                  <a:pt x="49711" y="131007"/>
                </a:moveTo>
                <a:cubicBezTo>
                  <a:pt x="47550" y="127661"/>
                  <a:pt x="43439" y="122212"/>
                  <a:pt x="38908" y="121428"/>
                </a:cubicBezTo>
                <a:lnTo>
                  <a:pt x="43956" y="102767"/>
                </a:lnTo>
                <a:close/>
                <a:moveTo>
                  <a:pt x="38277" y="119860"/>
                </a:moveTo>
                <a:cubicBezTo>
                  <a:pt x="37206" y="116132"/>
                  <a:pt x="34453" y="107911"/>
                  <a:pt x="30247" y="105502"/>
                </a:cubicBezTo>
                <a:lnTo>
                  <a:pt x="43286" y="101314"/>
                </a:lnTo>
                <a:close/>
                <a:moveTo>
                  <a:pt x="29348" y="104718"/>
                </a:moveTo>
                <a:cubicBezTo>
                  <a:pt x="29540" y="102175"/>
                  <a:pt x="29960" y="94737"/>
                  <a:pt x="28794" y="90932"/>
                </a:cubicBezTo>
                <a:lnTo>
                  <a:pt x="42866" y="100378"/>
                </a:lnTo>
                <a:close/>
                <a:moveTo>
                  <a:pt x="42885" y="99173"/>
                </a:moveTo>
                <a:lnTo>
                  <a:pt x="28010" y="89173"/>
                </a:lnTo>
                <a:cubicBezTo>
                  <a:pt x="29023" y="87663"/>
                  <a:pt x="32140" y="82329"/>
                  <a:pt x="31834" y="75254"/>
                </a:cubicBezTo>
                <a:cubicBezTo>
                  <a:pt x="35390" y="83074"/>
                  <a:pt x="39080" y="91066"/>
                  <a:pt x="42885" y="99173"/>
                </a:cubicBezTo>
                <a:close/>
                <a:moveTo>
                  <a:pt x="11051" y="77797"/>
                </a:moveTo>
                <a:cubicBezTo>
                  <a:pt x="12141" y="77319"/>
                  <a:pt x="13116" y="76612"/>
                  <a:pt x="13900" y="75713"/>
                </a:cubicBezTo>
                <a:cubicBezTo>
                  <a:pt x="19368" y="75121"/>
                  <a:pt x="28603" y="75331"/>
                  <a:pt x="30801" y="75388"/>
                </a:cubicBezTo>
                <a:cubicBezTo>
                  <a:pt x="31050" y="82061"/>
                  <a:pt x="28086" y="87185"/>
                  <a:pt x="27150" y="88600"/>
                </a:cubicBezTo>
                <a:close/>
                <a:moveTo>
                  <a:pt x="10841" y="78887"/>
                </a:moveTo>
                <a:lnTo>
                  <a:pt x="27016" y="89728"/>
                </a:lnTo>
                <a:cubicBezTo>
                  <a:pt x="28794" y="90932"/>
                  <a:pt x="28737" y="99613"/>
                  <a:pt x="28297" y="105062"/>
                </a:cubicBezTo>
                <a:lnTo>
                  <a:pt x="18412" y="108236"/>
                </a:lnTo>
                <a:cubicBezTo>
                  <a:pt x="18775" y="101678"/>
                  <a:pt x="12714" y="84126"/>
                  <a:pt x="10841" y="78887"/>
                </a:cubicBezTo>
                <a:close/>
                <a:moveTo>
                  <a:pt x="28775" y="105980"/>
                </a:moveTo>
                <a:cubicBezTo>
                  <a:pt x="34052" y="107452"/>
                  <a:pt x="37417" y="120472"/>
                  <a:pt x="37742" y="121830"/>
                </a:cubicBezTo>
                <a:lnTo>
                  <a:pt x="36193" y="127565"/>
                </a:lnTo>
                <a:cubicBezTo>
                  <a:pt x="32981" y="121371"/>
                  <a:pt x="21815" y="111677"/>
                  <a:pt x="18852" y="109153"/>
                </a:cubicBezTo>
                <a:close/>
                <a:moveTo>
                  <a:pt x="7361" y="112843"/>
                </a:moveTo>
                <a:lnTo>
                  <a:pt x="17705" y="109536"/>
                </a:lnTo>
                <a:cubicBezTo>
                  <a:pt x="19597" y="111123"/>
                  <a:pt x="33555" y="123015"/>
                  <a:pt x="35792" y="129133"/>
                </a:cubicBezTo>
                <a:lnTo>
                  <a:pt x="34281" y="134678"/>
                </a:lnTo>
                <a:cubicBezTo>
                  <a:pt x="29501" y="126896"/>
                  <a:pt x="11720" y="115558"/>
                  <a:pt x="7361" y="112843"/>
                </a:cubicBezTo>
                <a:close/>
                <a:moveTo>
                  <a:pt x="36556" y="130204"/>
                </a:moveTo>
                <a:cubicBezTo>
                  <a:pt x="37302" y="131160"/>
                  <a:pt x="38698" y="132919"/>
                  <a:pt x="40399" y="135156"/>
                </a:cubicBezTo>
                <a:cubicBezTo>
                  <a:pt x="40724" y="136647"/>
                  <a:pt x="44453" y="153109"/>
                  <a:pt x="45676" y="160355"/>
                </a:cubicBezTo>
                <a:cubicBezTo>
                  <a:pt x="40227" y="157583"/>
                  <a:pt x="34128" y="154926"/>
                  <a:pt x="30018" y="154448"/>
                </a:cubicBezTo>
                <a:close/>
                <a:moveTo>
                  <a:pt x="28067" y="161617"/>
                </a:moveTo>
                <a:lnTo>
                  <a:pt x="29750" y="155442"/>
                </a:lnTo>
                <a:cubicBezTo>
                  <a:pt x="37895" y="156302"/>
                  <a:pt x="55313" y="166837"/>
                  <a:pt x="57244" y="168022"/>
                </a:cubicBezTo>
                <a:lnTo>
                  <a:pt x="59232" y="177716"/>
                </a:lnTo>
                <a:cubicBezTo>
                  <a:pt x="54701" y="174963"/>
                  <a:pt x="36308" y="163912"/>
                  <a:pt x="28067" y="161617"/>
                </a:cubicBezTo>
                <a:close/>
                <a:moveTo>
                  <a:pt x="27819" y="162592"/>
                </a:moveTo>
                <a:cubicBezTo>
                  <a:pt x="36461" y="165040"/>
                  <a:pt x="57397" y="177792"/>
                  <a:pt x="59519" y="179093"/>
                </a:cubicBezTo>
                <a:lnTo>
                  <a:pt x="60551" y="184236"/>
                </a:lnTo>
                <a:cubicBezTo>
                  <a:pt x="49194" y="178653"/>
                  <a:pt x="27283" y="180259"/>
                  <a:pt x="22943" y="180641"/>
                </a:cubicBezTo>
                <a:close/>
                <a:moveTo>
                  <a:pt x="17208" y="201940"/>
                </a:moveTo>
                <a:lnTo>
                  <a:pt x="22657" y="181693"/>
                </a:lnTo>
                <a:cubicBezTo>
                  <a:pt x="25830" y="181406"/>
                  <a:pt x="49749" y="179494"/>
                  <a:pt x="60819" y="185517"/>
                </a:cubicBezTo>
                <a:lnTo>
                  <a:pt x="61775" y="190220"/>
                </a:lnTo>
                <a:cubicBezTo>
                  <a:pt x="57110" y="190297"/>
                  <a:pt x="29176" y="191195"/>
                  <a:pt x="17208" y="201940"/>
                </a:cubicBezTo>
                <a:close/>
                <a:moveTo>
                  <a:pt x="61794" y="185173"/>
                </a:moveTo>
                <a:cubicBezTo>
                  <a:pt x="62081" y="183643"/>
                  <a:pt x="65981" y="163663"/>
                  <a:pt x="72405" y="159457"/>
                </a:cubicBezTo>
                <a:cubicBezTo>
                  <a:pt x="76306" y="167009"/>
                  <a:pt x="80244" y="174466"/>
                  <a:pt x="84164" y="181693"/>
                </a:cubicBezTo>
                <a:cubicBezTo>
                  <a:pt x="81028" y="182362"/>
                  <a:pt x="67052" y="185861"/>
                  <a:pt x="64127" y="196644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9"/>
          <p:cNvSpPr/>
          <p:nvPr/>
        </p:nvSpPr>
        <p:spPr>
          <a:xfrm rot="10800000">
            <a:off x="8458428" y="39"/>
            <a:ext cx="685569" cy="1421561"/>
          </a:xfrm>
          <a:custGeom>
            <a:avLst/>
            <a:gdLst/>
            <a:ahLst/>
            <a:cxnLst/>
            <a:rect l="l" t="t" r="r" b="b"/>
            <a:pathLst>
              <a:path w="100856" h="209130" extrusionOk="0">
                <a:moveTo>
                  <a:pt x="66670" y="209129"/>
                </a:moveTo>
                <a:lnTo>
                  <a:pt x="64681" y="199340"/>
                </a:lnTo>
                <a:cubicBezTo>
                  <a:pt x="65867" y="186740"/>
                  <a:pt x="82290" y="183089"/>
                  <a:pt x="84680" y="182630"/>
                </a:cubicBezTo>
                <a:cubicBezTo>
                  <a:pt x="89689" y="191864"/>
                  <a:pt x="94718" y="200736"/>
                  <a:pt x="99670" y="209129"/>
                </a:cubicBezTo>
                <a:lnTo>
                  <a:pt x="100855" y="209129"/>
                </a:lnTo>
                <a:cubicBezTo>
                  <a:pt x="62349" y="144257"/>
                  <a:pt x="20439" y="48506"/>
                  <a:pt x="0" y="0"/>
                </a:cubicBezTo>
                <a:lnTo>
                  <a:pt x="0" y="2619"/>
                </a:lnTo>
                <a:cubicBezTo>
                  <a:pt x="3078" y="9904"/>
                  <a:pt x="6596" y="18164"/>
                  <a:pt x="10497" y="27169"/>
                </a:cubicBezTo>
                <a:cubicBezTo>
                  <a:pt x="9617" y="28297"/>
                  <a:pt x="5009" y="34186"/>
                  <a:pt x="0" y="40361"/>
                </a:cubicBezTo>
                <a:lnTo>
                  <a:pt x="0" y="41986"/>
                </a:lnTo>
                <a:cubicBezTo>
                  <a:pt x="4837" y="36059"/>
                  <a:pt x="9445" y="30171"/>
                  <a:pt x="10955" y="28240"/>
                </a:cubicBezTo>
                <a:cubicBezTo>
                  <a:pt x="12791" y="32465"/>
                  <a:pt x="14703" y="36843"/>
                  <a:pt x="16691" y="41375"/>
                </a:cubicBezTo>
                <a:cubicBezTo>
                  <a:pt x="15716" y="46174"/>
                  <a:pt x="6711" y="54376"/>
                  <a:pt x="0" y="59940"/>
                </a:cubicBezTo>
                <a:lnTo>
                  <a:pt x="0" y="61278"/>
                </a:lnTo>
                <a:cubicBezTo>
                  <a:pt x="6367" y="56058"/>
                  <a:pt x="15200" y="48143"/>
                  <a:pt x="17303" y="42790"/>
                </a:cubicBezTo>
                <a:cubicBezTo>
                  <a:pt x="18775" y="46097"/>
                  <a:pt x="20267" y="49481"/>
                  <a:pt x="21796" y="52923"/>
                </a:cubicBezTo>
                <a:cubicBezTo>
                  <a:pt x="21567" y="54013"/>
                  <a:pt x="18431" y="68983"/>
                  <a:pt x="13384" y="74796"/>
                </a:cubicBezTo>
                <a:cubicBezTo>
                  <a:pt x="13307" y="74853"/>
                  <a:pt x="13269" y="74910"/>
                  <a:pt x="13212" y="74987"/>
                </a:cubicBezTo>
                <a:cubicBezTo>
                  <a:pt x="12198" y="76115"/>
                  <a:pt x="11108" y="76860"/>
                  <a:pt x="9942" y="77052"/>
                </a:cubicBezTo>
                <a:lnTo>
                  <a:pt x="0" y="70360"/>
                </a:lnTo>
                <a:lnTo>
                  <a:pt x="0" y="71584"/>
                </a:lnTo>
                <a:lnTo>
                  <a:pt x="9407" y="77912"/>
                </a:lnTo>
                <a:cubicBezTo>
                  <a:pt x="10133" y="79901"/>
                  <a:pt x="18144" y="102060"/>
                  <a:pt x="17341" y="108580"/>
                </a:cubicBezTo>
                <a:lnTo>
                  <a:pt x="6501" y="112060"/>
                </a:lnTo>
                <a:lnTo>
                  <a:pt x="0" y="89269"/>
                </a:lnTo>
                <a:lnTo>
                  <a:pt x="0" y="92997"/>
                </a:lnTo>
                <a:lnTo>
                  <a:pt x="5526" y="112365"/>
                </a:lnTo>
                <a:lnTo>
                  <a:pt x="0" y="114144"/>
                </a:lnTo>
                <a:lnTo>
                  <a:pt x="0" y="115214"/>
                </a:lnTo>
                <a:lnTo>
                  <a:pt x="6080" y="113264"/>
                </a:lnTo>
                <a:cubicBezTo>
                  <a:pt x="8298" y="114622"/>
                  <a:pt x="30018" y="128120"/>
                  <a:pt x="33899" y="136093"/>
                </a:cubicBezTo>
                <a:lnTo>
                  <a:pt x="30629" y="148253"/>
                </a:lnTo>
                <a:cubicBezTo>
                  <a:pt x="27092" y="143836"/>
                  <a:pt x="9980" y="122747"/>
                  <a:pt x="0" y="116094"/>
                </a:cubicBezTo>
                <a:lnTo>
                  <a:pt x="0" y="117337"/>
                </a:lnTo>
                <a:cubicBezTo>
                  <a:pt x="10420" y="124659"/>
                  <a:pt x="28488" y="147201"/>
                  <a:pt x="30285" y="149476"/>
                </a:cubicBezTo>
                <a:lnTo>
                  <a:pt x="27226" y="160814"/>
                </a:lnTo>
                <a:cubicBezTo>
                  <a:pt x="24033" y="156474"/>
                  <a:pt x="9770" y="137221"/>
                  <a:pt x="0" y="125730"/>
                </a:cubicBezTo>
                <a:lnTo>
                  <a:pt x="0" y="127279"/>
                </a:lnTo>
                <a:cubicBezTo>
                  <a:pt x="8240" y="137106"/>
                  <a:pt x="19808" y="152440"/>
                  <a:pt x="26901" y="162076"/>
                </a:cubicBezTo>
                <a:lnTo>
                  <a:pt x="22274" y="179188"/>
                </a:lnTo>
                <a:cubicBezTo>
                  <a:pt x="18909" y="167315"/>
                  <a:pt x="6807" y="152478"/>
                  <a:pt x="0" y="144792"/>
                </a:cubicBezTo>
                <a:lnTo>
                  <a:pt x="0" y="146379"/>
                </a:lnTo>
                <a:cubicBezTo>
                  <a:pt x="7227" y="154658"/>
                  <a:pt x="19349" y="169877"/>
                  <a:pt x="21739" y="181215"/>
                </a:cubicBezTo>
                <a:lnTo>
                  <a:pt x="16137" y="201979"/>
                </a:lnTo>
                <a:cubicBezTo>
                  <a:pt x="13957" y="196491"/>
                  <a:pt x="6137" y="177066"/>
                  <a:pt x="0" y="164600"/>
                </a:cubicBezTo>
                <a:lnTo>
                  <a:pt x="0" y="166933"/>
                </a:lnTo>
                <a:cubicBezTo>
                  <a:pt x="6654" y="180813"/>
                  <a:pt x="14894" y="201596"/>
                  <a:pt x="15697" y="203623"/>
                </a:cubicBezTo>
                <a:lnTo>
                  <a:pt x="14206" y="209129"/>
                </a:lnTo>
                <a:lnTo>
                  <a:pt x="15257" y="209129"/>
                </a:lnTo>
                <a:lnTo>
                  <a:pt x="16691" y="203872"/>
                </a:lnTo>
                <a:cubicBezTo>
                  <a:pt x="27570" y="192209"/>
                  <a:pt x="58085" y="191310"/>
                  <a:pt x="61985" y="191253"/>
                </a:cubicBezTo>
                <a:lnTo>
                  <a:pt x="65637" y="209129"/>
                </a:lnTo>
                <a:lnTo>
                  <a:pt x="66670" y="209129"/>
                </a:lnTo>
                <a:close/>
                <a:moveTo>
                  <a:pt x="22504" y="54510"/>
                </a:moveTo>
                <a:cubicBezTo>
                  <a:pt x="25066" y="60284"/>
                  <a:pt x="27742" y="66249"/>
                  <a:pt x="30496" y="72310"/>
                </a:cubicBezTo>
                <a:cubicBezTo>
                  <a:pt x="30496" y="72348"/>
                  <a:pt x="30496" y="72387"/>
                  <a:pt x="30496" y="72425"/>
                </a:cubicBezTo>
                <a:cubicBezTo>
                  <a:pt x="30629" y="73075"/>
                  <a:pt x="30706" y="73725"/>
                  <a:pt x="30763" y="74375"/>
                </a:cubicBezTo>
                <a:cubicBezTo>
                  <a:pt x="28526" y="74318"/>
                  <a:pt x="20324" y="74126"/>
                  <a:pt x="14798" y="74604"/>
                </a:cubicBezTo>
                <a:cubicBezTo>
                  <a:pt x="18966" y="69021"/>
                  <a:pt x="21624" y="58410"/>
                  <a:pt x="22504" y="54510"/>
                </a:cubicBezTo>
                <a:close/>
                <a:moveTo>
                  <a:pt x="66975" y="148788"/>
                </a:moveTo>
                <a:cubicBezTo>
                  <a:pt x="68620" y="152058"/>
                  <a:pt x="70283" y="155308"/>
                  <a:pt x="71946" y="158539"/>
                </a:cubicBezTo>
                <a:cubicBezTo>
                  <a:pt x="66211" y="162191"/>
                  <a:pt x="62540" y="176741"/>
                  <a:pt x="61278" y="182630"/>
                </a:cubicBezTo>
                <a:lnTo>
                  <a:pt x="60456" y="178653"/>
                </a:lnTo>
                <a:cubicBezTo>
                  <a:pt x="60456" y="178653"/>
                  <a:pt x="60456" y="178653"/>
                  <a:pt x="60456" y="178653"/>
                </a:cubicBezTo>
                <a:lnTo>
                  <a:pt x="56249" y="157966"/>
                </a:lnTo>
                <a:cubicBezTo>
                  <a:pt x="58257" y="155002"/>
                  <a:pt x="63763" y="148081"/>
                  <a:pt x="66975" y="148788"/>
                </a:cubicBezTo>
                <a:close/>
                <a:moveTo>
                  <a:pt x="55217" y="158004"/>
                </a:moveTo>
                <a:lnTo>
                  <a:pt x="56976" y="166646"/>
                </a:lnTo>
                <a:cubicBezTo>
                  <a:pt x="55198" y="165575"/>
                  <a:pt x="51297" y="163281"/>
                  <a:pt x="46804" y="160948"/>
                </a:cubicBezTo>
                <a:cubicBezTo>
                  <a:pt x="45906" y="155327"/>
                  <a:pt x="43057" y="142402"/>
                  <a:pt x="41872" y="137125"/>
                </a:cubicBezTo>
                <a:cubicBezTo>
                  <a:pt x="46881" y="143760"/>
                  <a:pt x="53458" y="153052"/>
                  <a:pt x="55217" y="158004"/>
                </a:cubicBezTo>
                <a:close/>
                <a:moveTo>
                  <a:pt x="36881" y="128980"/>
                </a:moveTo>
                <a:lnTo>
                  <a:pt x="38640" y="122403"/>
                </a:lnTo>
                <a:cubicBezTo>
                  <a:pt x="44395" y="123302"/>
                  <a:pt x="49864" y="133187"/>
                  <a:pt x="50322" y="134047"/>
                </a:cubicBezTo>
                <a:lnTo>
                  <a:pt x="54337" y="153740"/>
                </a:lnTo>
                <a:cubicBezTo>
                  <a:pt x="49462" y="144792"/>
                  <a:pt x="38411" y="130892"/>
                  <a:pt x="36881" y="128980"/>
                </a:cubicBezTo>
                <a:close/>
                <a:moveTo>
                  <a:pt x="60800" y="136456"/>
                </a:moveTo>
                <a:cubicBezTo>
                  <a:pt x="62674" y="140223"/>
                  <a:pt x="64547" y="143989"/>
                  <a:pt x="66440" y="147717"/>
                </a:cubicBezTo>
                <a:cubicBezTo>
                  <a:pt x="62635" y="147794"/>
                  <a:pt x="57798" y="154027"/>
                  <a:pt x="55963" y="156589"/>
                </a:cubicBezTo>
                <a:lnTo>
                  <a:pt x="51393" y="134181"/>
                </a:lnTo>
                <a:cubicBezTo>
                  <a:pt x="55695" y="132192"/>
                  <a:pt x="60704" y="136380"/>
                  <a:pt x="60762" y="136418"/>
                </a:cubicBezTo>
                <a:cubicBezTo>
                  <a:pt x="60781" y="136437"/>
                  <a:pt x="60781" y="136437"/>
                  <a:pt x="60800" y="136456"/>
                </a:cubicBezTo>
                <a:close/>
                <a:moveTo>
                  <a:pt x="59863" y="134525"/>
                </a:moveTo>
                <a:cubicBezTo>
                  <a:pt x="57913" y="133320"/>
                  <a:pt x="54471" y="131753"/>
                  <a:pt x="51183" y="133148"/>
                </a:cubicBezTo>
                <a:lnTo>
                  <a:pt x="45313" y="104335"/>
                </a:lnTo>
                <a:cubicBezTo>
                  <a:pt x="50036" y="114354"/>
                  <a:pt x="54892" y="124468"/>
                  <a:pt x="59863" y="134525"/>
                </a:cubicBezTo>
                <a:close/>
                <a:moveTo>
                  <a:pt x="49711" y="131007"/>
                </a:moveTo>
                <a:cubicBezTo>
                  <a:pt x="47550" y="127661"/>
                  <a:pt x="43439" y="122212"/>
                  <a:pt x="38908" y="121428"/>
                </a:cubicBezTo>
                <a:lnTo>
                  <a:pt x="43956" y="102767"/>
                </a:lnTo>
                <a:close/>
                <a:moveTo>
                  <a:pt x="38277" y="119860"/>
                </a:moveTo>
                <a:cubicBezTo>
                  <a:pt x="37206" y="116132"/>
                  <a:pt x="34453" y="107911"/>
                  <a:pt x="30247" y="105502"/>
                </a:cubicBezTo>
                <a:lnTo>
                  <a:pt x="43286" y="101314"/>
                </a:lnTo>
                <a:close/>
                <a:moveTo>
                  <a:pt x="29348" y="104718"/>
                </a:moveTo>
                <a:cubicBezTo>
                  <a:pt x="29540" y="102175"/>
                  <a:pt x="29960" y="94737"/>
                  <a:pt x="28794" y="90932"/>
                </a:cubicBezTo>
                <a:lnTo>
                  <a:pt x="42866" y="100378"/>
                </a:lnTo>
                <a:close/>
                <a:moveTo>
                  <a:pt x="42885" y="99173"/>
                </a:moveTo>
                <a:lnTo>
                  <a:pt x="28010" y="89173"/>
                </a:lnTo>
                <a:cubicBezTo>
                  <a:pt x="29023" y="87663"/>
                  <a:pt x="32140" y="82329"/>
                  <a:pt x="31834" y="75254"/>
                </a:cubicBezTo>
                <a:cubicBezTo>
                  <a:pt x="35390" y="83074"/>
                  <a:pt x="39080" y="91066"/>
                  <a:pt x="42885" y="99173"/>
                </a:cubicBezTo>
                <a:close/>
                <a:moveTo>
                  <a:pt x="11051" y="77797"/>
                </a:moveTo>
                <a:cubicBezTo>
                  <a:pt x="12141" y="77319"/>
                  <a:pt x="13116" y="76612"/>
                  <a:pt x="13900" y="75713"/>
                </a:cubicBezTo>
                <a:cubicBezTo>
                  <a:pt x="19368" y="75121"/>
                  <a:pt x="28603" y="75331"/>
                  <a:pt x="30801" y="75388"/>
                </a:cubicBezTo>
                <a:cubicBezTo>
                  <a:pt x="31050" y="82061"/>
                  <a:pt x="28086" y="87185"/>
                  <a:pt x="27150" y="88600"/>
                </a:cubicBezTo>
                <a:close/>
                <a:moveTo>
                  <a:pt x="10841" y="78887"/>
                </a:moveTo>
                <a:lnTo>
                  <a:pt x="27016" y="89728"/>
                </a:lnTo>
                <a:cubicBezTo>
                  <a:pt x="28794" y="90932"/>
                  <a:pt x="28737" y="99613"/>
                  <a:pt x="28297" y="105062"/>
                </a:cubicBezTo>
                <a:lnTo>
                  <a:pt x="18412" y="108236"/>
                </a:lnTo>
                <a:cubicBezTo>
                  <a:pt x="18775" y="101678"/>
                  <a:pt x="12714" y="84126"/>
                  <a:pt x="10841" y="78887"/>
                </a:cubicBezTo>
                <a:close/>
                <a:moveTo>
                  <a:pt x="28775" y="105980"/>
                </a:moveTo>
                <a:cubicBezTo>
                  <a:pt x="34052" y="107452"/>
                  <a:pt x="37417" y="120472"/>
                  <a:pt x="37742" y="121830"/>
                </a:cubicBezTo>
                <a:lnTo>
                  <a:pt x="36193" y="127565"/>
                </a:lnTo>
                <a:cubicBezTo>
                  <a:pt x="32981" y="121371"/>
                  <a:pt x="21815" y="111677"/>
                  <a:pt x="18852" y="109153"/>
                </a:cubicBezTo>
                <a:close/>
                <a:moveTo>
                  <a:pt x="7361" y="112843"/>
                </a:moveTo>
                <a:lnTo>
                  <a:pt x="17705" y="109536"/>
                </a:lnTo>
                <a:cubicBezTo>
                  <a:pt x="19597" y="111123"/>
                  <a:pt x="33555" y="123015"/>
                  <a:pt x="35792" y="129133"/>
                </a:cubicBezTo>
                <a:lnTo>
                  <a:pt x="34281" y="134678"/>
                </a:lnTo>
                <a:cubicBezTo>
                  <a:pt x="29501" y="126896"/>
                  <a:pt x="11720" y="115558"/>
                  <a:pt x="7361" y="112843"/>
                </a:cubicBezTo>
                <a:close/>
                <a:moveTo>
                  <a:pt x="36556" y="130204"/>
                </a:moveTo>
                <a:cubicBezTo>
                  <a:pt x="37302" y="131160"/>
                  <a:pt x="38698" y="132919"/>
                  <a:pt x="40399" y="135156"/>
                </a:cubicBezTo>
                <a:cubicBezTo>
                  <a:pt x="40724" y="136647"/>
                  <a:pt x="44453" y="153109"/>
                  <a:pt x="45676" y="160355"/>
                </a:cubicBezTo>
                <a:cubicBezTo>
                  <a:pt x="40227" y="157583"/>
                  <a:pt x="34128" y="154926"/>
                  <a:pt x="30018" y="154448"/>
                </a:cubicBezTo>
                <a:close/>
                <a:moveTo>
                  <a:pt x="28067" y="161617"/>
                </a:moveTo>
                <a:lnTo>
                  <a:pt x="29750" y="155442"/>
                </a:lnTo>
                <a:cubicBezTo>
                  <a:pt x="37895" y="156302"/>
                  <a:pt x="55313" y="166837"/>
                  <a:pt x="57244" y="168022"/>
                </a:cubicBezTo>
                <a:lnTo>
                  <a:pt x="59232" y="177716"/>
                </a:lnTo>
                <a:cubicBezTo>
                  <a:pt x="54701" y="174963"/>
                  <a:pt x="36308" y="163912"/>
                  <a:pt x="28067" y="161617"/>
                </a:cubicBezTo>
                <a:close/>
                <a:moveTo>
                  <a:pt x="27819" y="162592"/>
                </a:moveTo>
                <a:cubicBezTo>
                  <a:pt x="36461" y="165040"/>
                  <a:pt x="57397" y="177792"/>
                  <a:pt x="59519" y="179093"/>
                </a:cubicBezTo>
                <a:lnTo>
                  <a:pt x="60551" y="184236"/>
                </a:lnTo>
                <a:cubicBezTo>
                  <a:pt x="49194" y="178653"/>
                  <a:pt x="27283" y="180259"/>
                  <a:pt x="22943" y="180641"/>
                </a:cubicBezTo>
                <a:close/>
                <a:moveTo>
                  <a:pt x="17208" y="201940"/>
                </a:moveTo>
                <a:lnTo>
                  <a:pt x="22657" y="181693"/>
                </a:lnTo>
                <a:cubicBezTo>
                  <a:pt x="25830" y="181406"/>
                  <a:pt x="49749" y="179494"/>
                  <a:pt x="60819" y="185517"/>
                </a:cubicBezTo>
                <a:lnTo>
                  <a:pt x="61775" y="190220"/>
                </a:lnTo>
                <a:cubicBezTo>
                  <a:pt x="57110" y="190297"/>
                  <a:pt x="29176" y="191195"/>
                  <a:pt x="17208" y="201940"/>
                </a:cubicBezTo>
                <a:close/>
                <a:moveTo>
                  <a:pt x="61794" y="185173"/>
                </a:moveTo>
                <a:cubicBezTo>
                  <a:pt x="62081" y="183643"/>
                  <a:pt x="65981" y="163663"/>
                  <a:pt x="72405" y="159457"/>
                </a:cubicBezTo>
                <a:cubicBezTo>
                  <a:pt x="76306" y="167009"/>
                  <a:pt x="80244" y="174466"/>
                  <a:pt x="84164" y="181693"/>
                </a:cubicBezTo>
                <a:cubicBezTo>
                  <a:pt x="81028" y="182362"/>
                  <a:pt x="67052" y="185861"/>
                  <a:pt x="64127" y="196644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9"/>
          <p:cNvSpPr/>
          <p:nvPr/>
        </p:nvSpPr>
        <p:spPr>
          <a:xfrm>
            <a:off x="0" y="0"/>
            <a:ext cx="1626843" cy="1224561"/>
          </a:xfrm>
          <a:custGeom>
            <a:avLst/>
            <a:gdLst/>
            <a:ahLst/>
            <a:cxnLst/>
            <a:rect l="l" t="t" r="r" b="b"/>
            <a:pathLst>
              <a:path w="285036" h="214553" extrusionOk="0">
                <a:moveTo>
                  <a:pt x="191519" y="49973"/>
                </a:moveTo>
                <a:cubicBezTo>
                  <a:pt x="190560" y="50910"/>
                  <a:pt x="177972" y="63788"/>
                  <a:pt x="174021" y="77470"/>
                </a:cubicBezTo>
                <a:cubicBezTo>
                  <a:pt x="170450" y="89768"/>
                  <a:pt x="169446" y="115903"/>
                  <a:pt x="169223" y="122978"/>
                </a:cubicBezTo>
                <a:lnTo>
                  <a:pt x="169223" y="132397"/>
                </a:lnTo>
                <a:cubicBezTo>
                  <a:pt x="169223" y="133156"/>
                  <a:pt x="168084" y="133156"/>
                  <a:pt x="168084" y="132397"/>
                </a:cubicBezTo>
                <a:lnTo>
                  <a:pt x="168084" y="125009"/>
                </a:lnTo>
                <a:cubicBezTo>
                  <a:pt x="168040" y="124920"/>
                  <a:pt x="168017" y="124853"/>
                  <a:pt x="168040" y="124764"/>
                </a:cubicBezTo>
                <a:cubicBezTo>
                  <a:pt x="168040" y="124719"/>
                  <a:pt x="168040" y="124049"/>
                  <a:pt x="168084" y="122956"/>
                </a:cubicBezTo>
                <a:lnTo>
                  <a:pt x="168084" y="85728"/>
                </a:lnTo>
                <a:cubicBezTo>
                  <a:pt x="164603" y="71109"/>
                  <a:pt x="155742" y="69859"/>
                  <a:pt x="154470" y="69747"/>
                </a:cubicBezTo>
                <a:lnTo>
                  <a:pt x="99520" y="99097"/>
                </a:lnTo>
                <a:lnTo>
                  <a:pt x="70483" y="132776"/>
                </a:lnTo>
                <a:cubicBezTo>
                  <a:pt x="70483" y="132776"/>
                  <a:pt x="70483" y="132776"/>
                  <a:pt x="70483" y="132776"/>
                </a:cubicBezTo>
                <a:lnTo>
                  <a:pt x="69300" y="134160"/>
                </a:lnTo>
                <a:cubicBezTo>
                  <a:pt x="68854" y="135544"/>
                  <a:pt x="63765" y="151457"/>
                  <a:pt x="63765" y="162125"/>
                </a:cubicBezTo>
                <a:lnTo>
                  <a:pt x="63765" y="183909"/>
                </a:lnTo>
                <a:cubicBezTo>
                  <a:pt x="63765" y="184668"/>
                  <a:pt x="62605" y="184668"/>
                  <a:pt x="62605" y="183909"/>
                </a:cubicBezTo>
                <a:lnTo>
                  <a:pt x="62605" y="154894"/>
                </a:lnTo>
                <a:cubicBezTo>
                  <a:pt x="61734" y="148020"/>
                  <a:pt x="58833" y="147306"/>
                  <a:pt x="58007" y="147239"/>
                </a:cubicBezTo>
                <a:lnTo>
                  <a:pt x="28256" y="181766"/>
                </a:lnTo>
                <a:cubicBezTo>
                  <a:pt x="27943" y="182369"/>
                  <a:pt x="24261" y="189979"/>
                  <a:pt x="23971" y="197055"/>
                </a:cubicBezTo>
                <a:lnTo>
                  <a:pt x="23971" y="213481"/>
                </a:lnTo>
                <a:cubicBezTo>
                  <a:pt x="23971" y="213794"/>
                  <a:pt x="23725" y="214039"/>
                  <a:pt x="23413" y="214039"/>
                </a:cubicBezTo>
                <a:lnTo>
                  <a:pt x="23413" y="214039"/>
                </a:lnTo>
                <a:cubicBezTo>
                  <a:pt x="23100" y="214039"/>
                  <a:pt x="22855" y="213794"/>
                  <a:pt x="22832" y="213481"/>
                </a:cubicBezTo>
                <a:cubicBezTo>
                  <a:pt x="22832" y="213392"/>
                  <a:pt x="22564" y="204531"/>
                  <a:pt x="22832" y="197032"/>
                </a:cubicBezTo>
                <a:lnTo>
                  <a:pt x="22832" y="188060"/>
                </a:lnTo>
                <a:lnTo>
                  <a:pt x="0" y="214553"/>
                </a:lnTo>
                <a:lnTo>
                  <a:pt x="0" y="212789"/>
                </a:lnTo>
                <a:lnTo>
                  <a:pt x="30756" y="177124"/>
                </a:lnTo>
                <a:cubicBezTo>
                  <a:pt x="32095" y="137396"/>
                  <a:pt x="7499" y="117220"/>
                  <a:pt x="5178" y="115412"/>
                </a:cubicBezTo>
                <a:lnTo>
                  <a:pt x="0" y="116305"/>
                </a:lnTo>
                <a:lnTo>
                  <a:pt x="0" y="115144"/>
                </a:lnTo>
                <a:lnTo>
                  <a:pt x="5245" y="114251"/>
                </a:lnTo>
                <a:lnTo>
                  <a:pt x="5245" y="114251"/>
                </a:lnTo>
                <a:lnTo>
                  <a:pt x="15891" y="112399"/>
                </a:lnTo>
                <a:cubicBezTo>
                  <a:pt x="16739" y="110747"/>
                  <a:pt x="21181" y="100726"/>
                  <a:pt x="10066" y="89388"/>
                </a:cubicBezTo>
                <a:lnTo>
                  <a:pt x="0" y="88272"/>
                </a:lnTo>
                <a:lnTo>
                  <a:pt x="0" y="87134"/>
                </a:lnTo>
                <a:cubicBezTo>
                  <a:pt x="1473" y="86866"/>
                  <a:pt x="30465" y="81376"/>
                  <a:pt x="41603" y="39528"/>
                </a:cubicBezTo>
                <a:lnTo>
                  <a:pt x="3683" y="1"/>
                </a:lnTo>
                <a:lnTo>
                  <a:pt x="5267" y="1"/>
                </a:lnTo>
                <a:lnTo>
                  <a:pt x="37407" y="33479"/>
                </a:lnTo>
                <a:cubicBezTo>
                  <a:pt x="37875" y="33792"/>
                  <a:pt x="46736" y="39505"/>
                  <a:pt x="58699" y="36894"/>
                </a:cubicBezTo>
                <a:cubicBezTo>
                  <a:pt x="70015" y="34439"/>
                  <a:pt x="80371" y="25534"/>
                  <a:pt x="89499" y="10468"/>
                </a:cubicBezTo>
                <a:lnTo>
                  <a:pt x="88406" y="1"/>
                </a:lnTo>
                <a:lnTo>
                  <a:pt x="89566" y="1"/>
                </a:lnTo>
                <a:lnTo>
                  <a:pt x="90637" y="10446"/>
                </a:lnTo>
                <a:cubicBezTo>
                  <a:pt x="91374" y="11741"/>
                  <a:pt x="100324" y="27118"/>
                  <a:pt x="117085" y="31917"/>
                </a:cubicBezTo>
                <a:cubicBezTo>
                  <a:pt x="128245" y="35109"/>
                  <a:pt x="140431" y="33011"/>
                  <a:pt x="153287" y="25668"/>
                </a:cubicBezTo>
                <a:lnTo>
                  <a:pt x="172570" y="1"/>
                </a:lnTo>
                <a:lnTo>
                  <a:pt x="173999" y="1"/>
                </a:lnTo>
                <a:lnTo>
                  <a:pt x="164469" y="12678"/>
                </a:lnTo>
                <a:cubicBezTo>
                  <a:pt x="166745" y="19932"/>
                  <a:pt x="171231" y="25333"/>
                  <a:pt x="177838" y="28725"/>
                </a:cubicBezTo>
                <a:cubicBezTo>
                  <a:pt x="197144" y="38724"/>
                  <a:pt x="228613" y="28636"/>
                  <a:pt x="229618" y="28324"/>
                </a:cubicBezTo>
                <a:lnTo>
                  <a:pt x="282625" y="1"/>
                </a:lnTo>
                <a:lnTo>
                  <a:pt x="285036" y="1"/>
                </a:lnTo>
                <a:close/>
                <a:moveTo>
                  <a:pt x="23971" y="186721"/>
                </a:moveTo>
                <a:lnTo>
                  <a:pt x="23971" y="189957"/>
                </a:lnTo>
                <a:cubicBezTo>
                  <a:pt x="24462" y="188172"/>
                  <a:pt x="25042" y="186431"/>
                  <a:pt x="25711" y="184712"/>
                </a:cubicBezTo>
                <a:close/>
                <a:moveTo>
                  <a:pt x="169223" y="102155"/>
                </a:moveTo>
                <a:cubicBezTo>
                  <a:pt x="169959" y="93115"/>
                  <a:pt x="171120" y="83384"/>
                  <a:pt x="172928" y="77157"/>
                </a:cubicBezTo>
                <a:cubicBezTo>
                  <a:pt x="176030" y="66422"/>
                  <a:pt x="184310" y="56200"/>
                  <a:pt x="188395" y="51625"/>
                </a:cubicBezTo>
                <a:lnTo>
                  <a:pt x="169223" y="61869"/>
                </a:lnTo>
                <a:lnTo>
                  <a:pt x="169223" y="102155"/>
                </a:lnTo>
                <a:close/>
                <a:moveTo>
                  <a:pt x="185806" y="51714"/>
                </a:moveTo>
                <a:cubicBezTo>
                  <a:pt x="167549" y="55731"/>
                  <a:pt x="141659" y="48768"/>
                  <a:pt x="138110" y="47786"/>
                </a:cubicBezTo>
                <a:lnTo>
                  <a:pt x="134316" y="52807"/>
                </a:lnTo>
                <a:cubicBezTo>
                  <a:pt x="141748" y="59771"/>
                  <a:pt x="165227" y="61445"/>
                  <a:pt x="167325" y="61579"/>
                </a:cubicBezTo>
                <a:close/>
                <a:moveTo>
                  <a:pt x="35130" y="109096"/>
                </a:moveTo>
                <a:lnTo>
                  <a:pt x="51066" y="106350"/>
                </a:lnTo>
                <a:cubicBezTo>
                  <a:pt x="51557" y="100592"/>
                  <a:pt x="44102" y="93941"/>
                  <a:pt x="43031" y="93026"/>
                </a:cubicBezTo>
                <a:lnTo>
                  <a:pt x="28033" y="91374"/>
                </a:lnTo>
                <a:cubicBezTo>
                  <a:pt x="30131" y="93472"/>
                  <a:pt x="36291" y="100458"/>
                  <a:pt x="35130" y="109096"/>
                </a:cubicBezTo>
                <a:close/>
                <a:moveTo>
                  <a:pt x="78273" y="101664"/>
                </a:moveTo>
                <a:lnTo>
                  <a:pt x="95057" y="98762"/>
                </a:lnTo>
                <a:lnTo>
                  <a:pt x="77112" y="96776"/>
                </a:lnTo>
                <a:cubicBezTo>
                  <a:pt x="77692" y="97959"/>
                  <a:pt x="78474" y="99967"/>
                  <a:pt x="78273" y="101664"/>
                </a:cubicBezTo>
                <a:close/>
                <a:moveTo>
                  <a:pt x="122933" y="66043"/>
                </a:moveTo>
                <a:cubicBezTo>
                  <a:pt x="122933" y="65931"/>
                  <a:pt x="122911" y="65864"/>
                  <a:pt x="122911" y="65842"/>
                </a:cubicBezTo>
                <a:cubicBezTo>
                  <a:pt x="122888" y="65529"/>
                  <a:pt x="123134" y="65261"/>
                  <a:pt x="123446" y="65217"/>
                </a:cubicBezTo>
                <a:cubicBezTo>
                  <a:pt x="123469" y="65217"/>
                  <a:pt x="123513" y="65217"/>
                  <a:pt x="123558" y="65239"/>
                </a:cubicBezTo>
                <a:lnTo>
                  <a:pt x="125522" y="62605"/>
                </a:lnTo>
                <a:cubicBezTo>
                  <a:pt x="120835" y="62181"/>
                  <a:pt x="101909" y="60106"/>
                  <a:pt x="95235" y="55017"/>
                </a:cubicBezTo>
                <a:lnTo>
                  <a:pt x="95882" y="61289"/>
                </a:lnTo>
                <a:cubicBezTo>
                  <a:pt x="97088" y="62605"/>
                  <a:pt x="107734" y="73787"/>
                  <a:pt x="119496" y="70529"/>
                </a:cubicBezTo>
                <a:cubicBezTo>
                  <a:pt x="119518" y="70529"/>
                  <a:pt x="119541" y="70529"/>
                  <a:pt x="119563" y="70529"/>
                </a:cubicBezTo>
                <a:close/>
                <a:moveTo>
                  <a:pt x="119585" y="72426"/>
                </a:moveTo>
                <a:cubicBezTo>
                  <a:pt x="121862" y="74122"/>
                  <a:pt x="124785" y="75059"/>
                  <a:pt x="127754" y="75506"/>
                </a:cubicBezTo>
                <a:cubicBezTo>
                  <a:pt x="124875" y="73296"/>
                  <a:pt x="123692" y="69725"/>
                  <a:pt x="123201" y="67583"/>
                </a:cubicBezTo>
                <a:close/>
                <a:moveTo>
                  <a:pt x="96061" y="63141"/>
                </a:moveTo>
                <a:lnTo>
                  <a:pt x="97512" y="77135"/>
                </a:lnTo>
                <a:cubicBezTo>
                  <a:pt x="98360" y="77961"/>
                  <a:pt x="103538" y="82759"/>
                  <a:pt x="110501" y="82581"/>
                </a:cubicBezTo>
                <a:lnTo>
                  <a:pt x="118514" y="71935"/>
                </a:lnTo>
                <a:cubicBezTo>
                  <a:pt x="108180" y="73988"/>
                  <a:pt x="99208" y="66266"/>
                  <a:pt x="96061" y="63141"/>
                </a:cubicBezTo>
                <a:close/>
                <a:moveTo>
                  <a:pt x="94856" y="62628"/>
                </a:moveTo>
                <a:cubicBezTo>
                  <a:pt x="91932" y="64927"/>
                  <a:pt x="81844" y="72069"/>
                  <a:pt x="72693" y="70261"/>
                </a:cubicBezTo>
                <a:lnTo>
                  <a:pt x="80192" y="78072"/>
                </a:lnTo>
                <a:cubicBezTo>
                  <a:pt x="83942" y="78876"/>
                  <a:pt x="93539" y="80148"/>
                  <a:pt x="96373" y="77180"/>
                </a:cubicBezTo>
                <a:close/>
                <a:moveTo>
                  <a:pt x="70952" y="70105"/>
                </a:moveTo>
                <a:cubicBezTo>
                  <a:pt x="68921" y="73430"/>
                  <a:pt x="59346" y="88116"/>
                  <a:pt x="46490" y="92267"/>
                </a:cubicBezTo>
                <a:lnTo>
                  <a:pt x="56958" y="93406"/>
                </a:lnTo>
                <a:cubicBezTo>
                  <a:pt x="63118" y="91151"/>
                  <a:pt x="78607" y="84344"/>
                  <a:pt x="79299" y="78787"/>
                </a:cubicBezTo>
                <a:close/>
                <a:moveTo>
                  <a:pt x="59413" y="93673"/>
                </a:moveTo>
                <a:lnTo>
                  <a:pt x="76063" y="95526"/>
                </a:lnTo>
                <a:cubicBezTo>
                  <a:pt x="80326" y="94388"/>
                  <a:pt x="85973" y="88786"/>
                  <a:pt x="87446" y="87268"/>
                </a:cubicBezTo>
                <a:lnTo>
                  <a:pt x="80259" y="79769"/>
                </a:lnTo>
                <a:cubicBezTo>
                  <a:pt x="78340" y="85616"/>
                  <a:pt x="64837" y="91531"/>
                  <a:pt x="59413" y="93673"/>
                </a:cubicBezTo>
                <a:close/>
                <a:moveTo>
                  <a:pt x="78496" y="95794"/>
                </a:moveTo>
                <a:lnTo>
                  <a:pt x="97646" y="97892"/>
                </a:lnTo>
                <a:lnTo>
                  <a:pt x="88249" y="88094"/>
                </a:lnTo>
                <a:cubicBezTo>
                  <a:pt x="86888" y="89500"/>
                  <a:pt x="82580" y="93785"/>
                  <a:pt x="78496" y="95794"/>
                </a:cubicBezTo>
                <a:close/>
                <a:moveTo>
                  <a:pt x="75751" y="96642"/>
                </a:moveTo>
                <a:lnTo>
                  <a:pt x="58074" y="94678"/>
                </a:lnTo>
                <a:cubicBezTo>
                  <a:pt x="59793" y="98316"/>
                  <a:pt x="58119" y="103204"/>
                  <a:pt x="57226" y="105279"/>
                </a:cubicBezTo>
                <a:lnTo>
                  <a:pt x="77067" y="101864"/>
                </a:lnTo>
                <a:cubicBezTo>
                  <a:pt x="77492" y="100280"/>
                  <a:pt x="76398" y="97780"/>
                  <a:pt x="75751" y="96642"/>
                </a:cubicBezTo>
                <a:close/>
                <a:moveTo>
                  <a:pt x="56668" y="94521"/>
                </a:moveTo>
                <a:lnTo>
                  <a:pt x="44995" y="93249"/>
                </a:lnTo>
                <a:cubicBezTo>
                  <a:pt x="47472" y="95593"/>
                  <a:pt x="52472" y="100994"/>
                  <a:pt x="52226" y="106150"/>
                </a:cubicBezTo>
                <a:lnTo>
                  <a:pt x="55864" y="105525"/>
                </a:lnTo>
                <a:cubicBezTo>
                  <a:pt x="56467" y="104253"/>
                  <a:pt x="59078" y="98159"/>
                  <a:pt x="56668" y="94544"/>
                </a:cubicBezTo>
                <a:close/>
                <a:moveTo>
                  <a:pt x="43254" y="91910"/>
                </a:moveTo>
                <a:cubicBezTo>
                  <a:pt x="57360" y="89388"/>
                  <a:pt x="68475" y="71957"/>
                  <a:pt x="70149" y="69234"/>
                </a:cubicBezTo>
                <a:lnTo>
                  <a:pt x="57337" y="55910"/>
                </a:lnTo>
                <a:cubicBezTo>
                  <a:pt x="56534" y="61512"/>
                  <a:pt x="51959" y="85192"/>
                  <a:pt x="32251" y="90683"/>
                </a:cubicBezTo>
                <a:close/>
                <a:moveTo>
                  <a:pt x="64323" y="61534"/>
                </a:moveTo>
                <a:cubicBezTo>
                  <a:pt x="66957" y="61244"/>
                  <a:pt x="88517" y="58432"/>
                  <a:pt x="93137" y="45978"/>
                </a:cubicBezTo>
                <a:lnTo>
                  <a:pt x="92222" y="36872"/>
                </a:lnTo>
                <a:cubicBezTo>
                  <a:pt x="88696" y="40755"/>
                  <a:pt x="75036" y="54593"/>
                  <a:pt x="58230" y="55196"/>
                </a:cubicBezTo>
                <a:close/>
                <a:moveTo>
                  <a:pt x="65328" y="62583"/>
                </a:moveTo>
                <a:lnTo>
                  <a:pt x="71175" y="68654"/>
                </a:lnTo>
                <a:cubicBezTo>
                  <a:pt x="80839" y="72046"/>
                  <a:pt x="92936" y="62717"/>
                  <a:pt x="94722" y="61266"/>
                </a:cubicBezTo>
                <a:lnTo>
                  <a:pt x="93383" y="48210"/>
                </a:lnTo>
                <a:cubicBezTo>
                  <a:pt x="87669" y="59034"/>
                  <a:pt x="70059" y="61980"/>
                  <a:pt x="65328" y="62583"/>
                </a:cubicBezTo>
                <a:close/>
                <a:moveTo>
                  <a:pt x="95057" y="53343"/>
                </a:moveTo>
                <a:cubicBezTo>
                  <a:pt x="100525" y="59057"/>
                  <a:pt x="123402" y="61266"/>
                  <a:pt x="126325" y="61534"/>
                </a:cubicBezTo>
                <a:lnTo>
                  <a:pt x="136235" y="48366"/>
                </a:lnTo>
                <a:cubicBezTo>
                  <a:pt x="123647" y="52116"/>
                  <a:pt x="98605" y="39349"/>
                  <a:pt x="93316" y="36537"/>
                </a:cubicBezTo>
                <a:close/>
                <a:moveTo>
                  <a:pt x="168084" y="81666"/>
                </a:moveTo>
                <a:lnTo>
                  <a:pt x="168084" y="62472"/>
                </a:lnTo>
                <a:lnTo>
                  <a:pt x="156099" y="68877"/>
                </a:lnTo>
                <a:cubicBezTo>
                  <a:pt x="158978" y="69614"/>
                  <a:pt x="164736" y="72247"/>
                  <a:pt x="168084" y="81666"/>
                </a:cubicBezTo>
                <a:close/>
                <a:moveTo>
                  <a:pt x="165428" y="62605"/>
                </a:moveTo>
                <a:cubicBezTo>
                  <a:pt x="159246" y="62092"/>
                  <a:pt x="140520" y="60061"/>
                  <a:pt x="133624" y="53722"/>
                </a:cubicBezTo>
                <a:lnTo>
                  <a:pt x="130053" y="58476"/>
                </a:lnTo>
                <a:cubicBezTo>
                  <a:pt x="131928" y="60262"/>
                  <a:pt x="141592" y="69078"/>
                  <a:pt x="151992" y="69770"/>
                </a:cubicBezTo>
                <a:close/>
                <a:moveTo>
                  <a:pt x="150207" y="70730"/>
                </a:moveTo>
                <a:cubicBezTo>
                  <a:pt x="140186" y="69279"/>
                  <a:pt x="131437" y="61400"/>
                  <a:pt x="129361" y="59391"/>
                </a:cubicBezTo>
                <a:lnTo>
                  <a:pt x="124138" y="66355"/>
                </a:lnTo>
                <a:cubicBezTo>
                  <a:pt x="124451" y="68252"/>
                  <a:pt x="125790" y="74144"/>
                  <a:pt x="130700" y="75818"/>
                </a:cubicBezTo>
                <a:cubicBezTo>
                  <a:pt x="134561" y="75997"/>
                  <a:pt x="138422" y="75729"/>
                  <a:pt x="142217" y="74992"/>
                </a:cubicBezTo>
                <a:close/>
                <a:moveTo>
                  <a:pt x="139092" y="76666"/>
                </a:moveTo>
                <a:cubicBezTo>
                  <a:pt x="137083" y="76912"/>
                  <a:pt x="135075" y="77046"/>
                  <a:pt x="133043" y="77046"/>
                </a:cubicBezTo>
                <a:cubicBezTo>
                  <a:pt x="128334" y="77046"/>
                  <a:pt x="122844" y="76265"/>
                  <a:pt x="118893" y="73318"/>
                </a:cubicBezTo>
                <a:lnTo>
                  <a:pt x="116483" y="76532"/>
                </a:lnTo>
                <a:cubicBezTo>
                  <a:pt x="117108" y="77805"/>
                  <a:pt x="119741" y="82759"/>
                  <a:pt x="123513" y="84991"/>
                </a:cubicBezTo>
                <a:close/>
                <a:moveTo>
                  <a:pt x="114340" y="89879"/>
                </a:moveTo>
                <a:lnTo>
                  <a:pt x="122330" y="85616"/>
                </a:lnTo>
                <a:cubicBezTo>
                  <a:pt x="118983" y="83340"/>
                  <a:pt x="116639" y="79300"/>
                  <a:pt x="115724" y="77559"/>
                </a:cubicBezTo>
                <a:lnTo>
                  <a:pt x="111394" y="83295"/>
                </a:lnTo>
                <a:cubicBezTo>
                  <a:pt x="111573" y="84322"/>
                  <a:pt x="112443" y="88384"/>
                  <a:pt x="114340" y="89879"/>
                </a:cubicBezTo>
                <a:close/>
                <a:moveTo>
                  <a:pt x="113247" y="90459"/>
                </a:moveTo>
                <a:cubicBezTo>
                  <a:pt x="111707" y="88919"/>
                  <a:pt x="110858" y="86152"/>
                  <a:pt x="110479" y="84523"/>
                </a:cubicBezTo>
                <a:lnTo>
                  <a:pt x="101172" y="96910"/>
                </a:lnTo>
                <a:close/>
                <a:moveTo>
                  <a:pt x="99565" y="97133"/>
                </a:moveTo>
                <a:lnTo>
                  <a:pt x="109653" y="83719"/>
                </a:lnTo>
                <a:cubicBezTo>
                  <a:pt x="103984" y="83563"/>
                  <a:pt x="99654" y="80528"/>
                  <a:pt x="97690" y="78854"/>
                </a:cubicBezTo>
                <a:close/>
                <a:moveTo>
                  <a:pt x="96507" y="78563"/>
                </a:moveTo>
                <a:cubicBezTo>
                  <a:pt x="92959" y="81063"/>
                  <a:pt x="85102" y="80103"/>
                  <a:pt x="81554" y="79501"/>
                </a:cubicBezTo>
                <a:lnTo>
                  <a:pt x="98404" y="97044"/>
                </a:lnTo>
                <a:close/>
                <a:moveTo>
                  <a:pt x="97668" y="99476"/>
                </a:moveTo>
                <a:lnTo>
                  <a:pt x="86040" y="101485"/>
                </a:lnTo>
                <a:cubicBezTo>
                  <a:pt x="86553" y="103047"/>
                  <a:pt x="87781" y="107176"/>
                  <a:pt x="87446" y="111350"/>
                </a:cubicBezTo>
                <a:close/>
                <a:moveTo>
                  <a:pt x="86084" y="112935"/>
                </a:moveTo>
                <a:cubicBezTo>
                  <a:pt x="86999" y="108359"/>
                  <a:pt x="85392" y="103181"/>
                  <a:pt x="84879" y="101686"/>
                </a:cubicBezTo>
                <a:lnTo>
                  <a:pt x="78518" y="102779"/>
                </a:lnTo>
                <a:cubicBezTo>
                  <a:pt x="79835" y="104766"/>
                  <a:pt x="83183" y="110390"/>
                  <a:pt x="82915" y="116617"/>
                </a:cubicBezTo>
                <a:close/>
                <a:moveTo>
                  <a:pt x="81621" y="118090"/>
                </a:moveTo>
                <a:cubicBezTo>
                  <a:pt x="82670" y="111194"/>
                  <a:pt x="78250" y="104386"/>
                  <a:pt x="77268" y="102980"/>
                </a:cubicBezTo>
                <a:lnTo>
                  <a:pt x="64279" y="105235"/>
                </a:lnTo>
                <a:cubicBezTo>
                  <a:pt x="66801" y="108136"/>
                  <a:pt x="75461" y="118380"/>
                  <a:pt x="76956" y="123491"/>
                </a:cubicBezTo>
                <a:close/>
                <a:moveTo>
                  <a:pt x="76018" y="124585"/>
                </a:moveTo>
                <a:cubicBezTo>
                  <a:pt x="75661" y="120635"/>
                  <a:pt x="66711" y="109698"/>
                  <a:pt x="62962" y="105458"/>
                </a:cubicBezTo>
                <a:lnTo>
                  <a:pt x="52695" y="107221"/>
                </a:lnTo>
                <a:cubicBezTo>
                  <a:pt x="53186" y="107801"/>
                  <a:pt x="53900" y="108649"/>
                  <a:pt x="54726" y="109721"/>
                </a:cubicBezTo>
                <a:cubicBezTo>
                  <a:pt x="60551" y="112421"/>
                  <a:pt x="68363" y="127687"/>
                  <a:pt x="70193" y="131370"/>
                </a:cubicBezTo>
                <a:close/>
                <a:moveTo>
                  <a:pt x="68363" y="133490"/>
                </a:moveTo>
                <a:lnTo>
                  <a:pt x="69367" y="132307"/>
                </a:lnTo>
                <a:cubicBezTo>
                  <a:pt x="68318" y="130165"/>
                  <a:pt x="62292" y="118113"/>
                  <a:pt x="57025" y="112845"/>
                </a:cubicBezTo>
                <a:cubicBezTo>
                  <a:pt x="61221" y="118916"/>
                  <a:pt x="66377" y="128335"/>
                  <a:pt x="65372" y="136972"/>
                </a:cubicBezTo>
                <a:lnTo>
                  <a:pt x="68363" y="133490"/>
                </a:lnTo>
                <a:close/>
                <a:moveTo>
                  <a:pt x="63765" y="151390"/>
                </a:moveTo>
                <a:cubicBezTo>
                  <a:pt x="64725" y="146301"/>
                  <a:pt x="65953" y="141280"/>
                  <a:pt x="67426" y="136325"/>
                </a:cubicBezTo>
                <a:lnTo>
                  <a:pt x="63765" y="140588"/>
                </a:lnTo>
                <a:close/>
                <a:moveTo>
                  <a:pt x="62605" y="150207"/>
                </a:moveTo>
                <a:lnTo>
                  <a:pt x="62605" y="141905"/>
                </a:lnTo>
                <a:lnTo>
                  <a:pt x="58877" y="146257"/>
                </a:lnTo>
                <a:cubicBezTo>
                  <a:pt x="59926" y="146569"/>
                  <a:pt x="61489" y="147507"/>
                  <a:pt x="62605" y="150207"/>
                </a:cubicBezTo>
                <a:close/>
                <a:moveTo>
                  <a:pt x="58833" y="144538"/>
                </a:moveTo>
                <a:lnTo>
                  <a:pt x="63922" y="138646"/>
                </a:lnTo>
                <a:cubicBezTo>
                  <a:pt x="66935" y="125813"/>
                  <a:pt x="53231" y="109587"/>
                  <a:pt x="51378" y="107444"/>
                </a:cubicBezTo>
                <a:lnTo>
                  <a:pt x="34148" y="110413"/>
                </a:lnTo>
                <a:cubicBezTo>
                  <a:pt x="48611" y="117956"/>
                  <a:pt x="57092" y="139673"/>
                  <a:pt x="58833" y="144538"/>
                </a:cubicBezTo>
                <a:close/>
                <a:moveTo>
                  <a:pt x="57985" y="145520"/>
                </a:moveTo>
                <a:cubicBezTo>
                  <a:pt x="56936" y="142552"/>
                  <a:pt x="47740" y="117599"/>
                  <a:pt x="32206" y="110747"/>
                </a:cubicBezTo>
                <a:lnTo>
                  <a:pt x="18480" y="113113"/>
                </a:lnTo>
                <a:cubicBezTo>
                  <a:pt x="25801" y="115970"/>
                  <a:pt x="50262" y="127486"/>
                  <a:pt x="51222" y="153376"/>
                </a:cubicBezTo>
                <a:close/>
                <a:moveTo>
                  <a:pt x="6673" y="115144"/>
                </a:moveTo>
                <a:cubicBezTo>
                  <a:pt x="11539" y="119251"/>
                  <a:pt x="32608" y="139159"/>
                  <a:pt x="31916" y="175785"/>
                </a:cubicBezTo>
                <a:lnTo>
                  <a:pt x="50128" y="154649"/>
                </a:lnTo>
                <a:cubicBezTo>
                  <a:pt x="49928" y="125165"/>
                  <a:pt x="18480" y="114251"/>
                  <a:pt x="16226" y="113515"/>
                </a:cubicBezTo>
                <a:close/>
                <a:moveTo>
                  <a:pt x="17253" y="112176"/>
                </a:moveTo>
                <a:lnTo>
                  <a:pt x="34840" y="109140"/>
                </a:lnTo>
                <a:lnTo>
                  <a:pt x="27586" y="91330"/>
                </a:lnTo>
                <a:lnTo>
                  <a:pt x="11829" y="89589"/>
                </a:lnTo>
                <a:cubicBezTo>
                  <a:pt x="21114" y="99789"/>
                  <a:pt x="18480" y="109140"/>
                  <a:pt x="17253" y="112176"/>
                </a:cubicBezTo>
                <a:close/>
                <a:moveTo>
                  <a:pt x="3214" y="87491"/>
                </a:moveTo>
                <a:lnTo>
                  <a:pt x="28725" y="90303"/>
                </a:lnTo>
                <a:cubicBezTo>
                  <a:pt x="52070" y="86598"/>
                  <a:pt x="55998" y="57762"/>
                  <a:pt x="56333" y="54861"/>
                </a:cubicBezTo>
                <a:lnTo>
                  <a:pt x="42518" y="40465"/>
                </a:lnTo>
                <a:cubicBezTo>
                  <a:pt x="33054" y="75149"/>
                  <a:pt x="11338" y="84991"/>
                  <a:pt x="3214" y="87491"/>
                </a:cubicBezTo>
                <a:close/>
                <a:moveTo>
                  <a:pt x="89678" y="12343"/>
                </a:moveTo>
                <a:cubicBezTo>
                  <a:pt x="80572" y="26917"/>
                  <a:pt x="70238" y="35555"/>
                  <a:pt x="58900" y="38010"/>
                </a:cubicBezTo>
                <a:cubicBezTo>
                  <a:pt x="56735" y="38501"/>
                  <a:pt x="54525" y="38724"/>
                  <a:pt x="52316" y="38724"/>
                </a:cubicBezTo>
                <a:cubicBezTo>
                  <a:pt x="48053" y="38724"/>
                  <a:pt x="43834" y="37831"/>
                  <a:pt x="39929" y="36113"/>
                </a:cubicBezTo>
                <a:lnTo>
                  <a:pt x="57159" y="54080"/>
                </a:lnTo>
                <a:cubicBezTo>
                  <a:pt x="75594" y="54035"/>
                  <a:pt x="90459" y="37206"/>
                  <a:pt x="92044" y="35332"/>
                </a:cubicBezTo>
                <a:close/>
                <a:moveTo>
                  <a:pt x="116773" y="33011"/>
                </a:moveTo>
                <a:cubicBezTo>
                  <a:pt x="102712" y="28971"/>
                  <a:pt x="94030" y="17744"/>
                  <a:pt x="90905" y="13035"/>
                </a:cubicBezTo>
                <a:lnTo>
                  <a:pt x="93182" y="35153"/>
                </a:lnTo>
                <a:cubicBezTo>
                  <a:pt x="96150" y="36760"/>
                  <a:pt x="125701" y="52383"/>
                  <a:pt x="137507" y="46647"/>
                </a:cubicBezTo>
                <a:lnTo>
                  <a:pt x="151613" y="27877"/>
                </a:lnTo>
                <a:cubicBezTo>
                  <a:pt x="139293" y="34372"/>
                  <a:pt x="127598" y="36113"/>
                  <a:pt x="116773" y="33011"/>
                </a:cubicBezTo>
                <a:close/>
                <a:moveTo>
                  <a:pt x="199376" y="34260"/>
                </a:moveTo>
                <a:cubicBezTo>
                  <a:pt x="191720" y="34260"/>
                  <a:pt x="183842" y="33122"/>
                  <a:pt x="177302" y="29752"/>
                </a:cubicBezTo>
                <a:cubicBezTo>
                  <a:pt x="170673" y="26315"/>
                  <a:pt x="166098" y="20936"/>
                  <a:pt x="163665" y="13772"/>
                </a:cubicBezTo>
                <a:lnTo>
                  <a:pt x="138846" y="46781"/>
                </a:lnTo>
                <a:cubicBezTo>
                  <a:pt x="140431" y="47228"/>
                  <a:pt x="144292" y="48210"/>
                  <a:pt x="149403" y="49214"/>
                </a:cubicBezTo>
                <a:cubicBezTo>
                  <a:pt x="168665" y="50509"/>
                  <a:pt x="192724" y="38032"/>
                  <a:pt x="199487" y="34260"/>
                </a:cubicBezTo>
                <a:cubicBezTo>
                  <a:pt x="199442" y="34260"/>
                  <a:pt x="199398" y="34260"/>
                  <a:pt x="199376" y="34260"/>
                </a:cubicBezTo>
                <a:close/>
                <a:moveTo>
                  <a:pt x="201853" y="34216"/>
                </a:moveTo>
                <a:cubicBezTo>
                  <a:pt x="200670" y="34930"/>
                  <a:pt x="176945" y="48857"/>
                  <a:pt x="155764" y="50308"/>
                </a:cubicBezTo>
                <a:cubicBezTo>
                  <a:pt x="166968" y="52026"/>
                  <a:pt x="181141" y="52919"/>
                  <a:pt x="190939" y="48969"/>
                </a:cubicBezTo>
                <a:lnTo>
                  <a:pt x="224931" y="30823"/>
                </a:lnTo>
                <a:cubicBezTo>
                  <a:pt x="219708" y="32140"/>
                  <a:pt x="211093" y="33948"/>
                  <a:pt x="201853" y="34216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9"/>
          <p:cNvSpPr/>
          <p:nvPr/>
        </p:nvSpPr>
        <p:spPr>
          <a:xfrm>
            <a:off x="7471435" y="3997896"/>
            <a:ext cx="1672766" cy="1145735"/>
          </a:xfrm>
          <a:custGeom>
            <a:avLst/>
            <a:gdLst/>
            <a:ahLst/>
            <a:cxnLst/>
            <a:rect l="l" t="t" r="r" b="b"/>
            <a:pathLst>
              <a:path w="285090" h="195268" extrusionOk="0">
                <a:moveTo>
                  <a:pt x="285089" y="0"/>
                </a:moveTo>
                <a:lnTo>
                  <a:pt x="285089" y="1156"/>
                </a:lnTo>
                <a:cubicBezTo>
                  <a:pt x="277678" y="6627"/>
                  <a:pt x="268224" y="13604"/>
                  <a:pt x="257200" y="21655"/>
                </a:cubicBezTo>
                <a:lnTo>
                  <a:pt x="243781" y="97087"/>
                </a:lnTo>
                <a:cubicBezTo>
                  <a:pt x="254330" y="102227"/>
                  <a:pt x="268595" y="95683"/>
                  <a:pt x="269916" y="95064"/>
                </a:cubicBezTo>
                <a:lnTo>
                  <a:pt x="285089" y="72789"/>
                </a:lnTo>
                <a:lnTo>
                  <a:pt x="285089" y="74420"/>
                </a:lnTo>
                <a:lnTo>
                  <a:pt x="270742" y="95456"/>
                </a:lnTo>
                <a:cubicBezTo>
                  <a:pt x="273612" y="101897"/>
                  <a:pt x="279227" y="110691"/>
                  <a:pt x="285089" y="119176"/>
                </a:cubicBezTo>
                <a:lnTo>
                  <a:pt x="285089" y="120786"/>
                </a:lnTo>
                <a:cubicBezTo>
                  <a:pt x="279082" y="112157"/>
                  <a:pt x="273219" y="103053"/>
                  <a:pt x="270143" y="96344"/>
                </a:cubicBezTo>
                <a:lnTo>
                  <a:pt x="255218" y="118267"/>
                </a:lnTo>
                <a:cubicBezTo>
                  <a:pt x="263083" y="123985"/>
                  <a:pt x="276357" y="125492"/>
                  <a:pt x="277761" y="125637"/>
                </a:cubicBezTo>
                <a:lnTo>
                  <a:pt x="285089" y="121921"/>
                </a:lnTo>
                <a:lnTo>
                  <a:pt x="285089" y="122953"/>
                </a:lnTo>
                <a:lnTo>
                  <a:pt x="278194" y="126463"/>
                </a:lnTo>
                <a:cubicBezTo>
                  <a:pt x="271547" y="138601"/>
                  <a:pt x="279536" y="164612"/>
                  <a:pt x="280300" y="167048"/>
                </a:cubicBezTo>
                <a:lnTo>
                  <a:pt x="285089" y="169030"/>
                </a:lnTo>
                <a:lnTo>
                  <a:pt x="285089" y="170041"/>
                </a:lnTo>
                <a:lnTo>
                  <a:pt x="280011" y="167915"/>
                </a:lnTo>
                <a:cubicBezTo>
                  <a:pt x="273901" y="172477"/>
                  <a:pt x="259883" y="188497"/>
                  <a:pt x="258005" y="190664"/>
                </a:cubicBezTo>
                <a:lnTo>
                  <a:pt x="260544" y="195268"/>
                </a:lnTo>
                <a:lnTo>
                  <a:pt x="259491" y="195268"/>
                </a:lnTo>
                <a:lnTo>
                  <a:pt x="257076" y="190891"/>
                </a:lnTo>
                <a:cubicBezTo>
                  <a:pt x="253752" y="187609"/>
                  <a:pt x="248571" y="184554"/>
                  <a:pt x="242687" y="181849"/>
                </a:cubicBezTo>
                <a:cubicBezTo>
                  <a:pt x="235751" y="181788"/>
                  <a:pt x="209389" y="186370"/>
                  <a:pt x="200698" y="187919"/>
                </a:cubicBezTo>
                <a:cubicBezTo>
                  <a:pt x="211990" y="189673"/>
                  <a:pt x="224541" y="192130"/>
                  <a:pt x="233377" y="195268"/>
                </a:cubicBezTo>
                <a:lnTo>
                  <a:pt x="230446" y="195268"/>
                </a:lnTo>
                <a:cubicBezTo>
                  <a:pt x="210772" y="189095"/>
                  <a:pt x="176648" y="185730"/>
                  <a:pt x="174150" y="185483"/>
                </a:cubicBezTo>
                <a:lnTo>
                  <a:pt x="158131" y="195268"/>
                </a:lnTo>
                <a:lnTo>
                  <a:pt x="156355" y="195268"/>
                </a:lnTo>
                <a:lnTo>
                  <a:pt x="173531" y="184781"/>
                </a:lnTo>
                <a:cubicBezTo>
                  <a:pt x="173345" y="183356"/>
                  <a:pt x="172664" y="181664"/>
                  <a:pt x="171652" y="179785"/>
                </a:cubicBezTo>
                <a:lnTo>
                  <a:pt x="171652" y="179785"/>
                </a:lnTo>
                <a:lnTo>
                  <a:pt x="171652" y="179785"/>
                </a:lnTo>
                <a:cubicBezTo>
                  <a:pt x="165748" y="168947"/>
                  <a:pt x="148490" y="152536"/>
                  <a:pt x="146818" y="150967"/>
                </a:cubicBezTo>
                <a:lnTo>
                  <a:pt x="132863" y="151318"/>
                </a:lnTo>
                <a:cubicBezTo>
                  <a:pt x="135485" y="155611"/>
                  <a:pt x="149047" y="178381"/>
                  <a:pt x="153321" y="195268"/>
                </a:cubicBezTo>
                <a:lnTo>
                  <a:pt x="152350" y="195268"/>
                </a:lnTo>
                <a:cubicBezTo>
                  <a:pt x="147829" y="177907"/>
                  <a:pt x="133358" y="153898"/>
                  <a:pt x="131810" y="151338"/>
                </a:cubicBezTo>
                <a:lnTo>
                  <a:pt x="98161" y="152185"/>
                </a:lnTo>
                <a:cubicBezTo>
                  <a:pt x="100659" y="155900"/>
                  <a:pt x="112859" y="174211"/>
                  <a:pt x="124481" y="195268"/>
                </a:cubicBezTo>
                <a:lnTo>
                  <a:pt x="123429" y="195268"/>
                </a:lnTo>
                <a:cubicBezTo>
                  <a:pt x="111228" y="173241"/>
                  <a:pt x="98491" y="154311"/>
                  <a:pt x="97067" y="152226"/>
                </a:cubicBezTo>
                <a:lnTo>
                  <a:pt x="70168" y="152907"/>
                </a:lnTo>
                <a:cubicBezTo>
                  <a:pt x="44941" y="169505"/>
                  <a:pt x="21387" y="184244"/>
                  <a:pt x="1879" y="195268"/>
                </a:cubicBezTo>
                <a:lnTo>
                  <a:pt x="0" y="195268"/>
                </a:lnTo>
                <a:cubicBezTo>
                  <a:pt x="80861" y="149914"/>
                  <a:pt x="233831" y="37943"/>
                  <a:pt x="285089" y="0"/>
                </a:cubicBezTo>
                <a:close/>
                <a:moveTo>
                  <a:pt x="256126" y="22440"/>
                </a:moveTo>
                <a:cubicBezTo>
                  <a:pt x="241634" y="33071"/>
                  <a:pt x="224521" y="45499"/>
                  <a:pt x="205900" y="58876"/>
                </a:cubicBezTo>
                <a:cubicBezTo>
                  <a:pt x="219690" y="73698"/>
                  <a:pt x="241552" y="82801"/>
                  <a:pt x="245144" y="84226"/>
                </a:cubicBezTo>
                <a:close/>
                <a:moveTo>
                  <a:pt x="244979" y="85155"/>
                </a:moveTo>
                <a:cubicBezTo>
                  <a:pt x="241882" y="83937"/>
                  <a:pt x="219277" y="74668"/>
                  <a:pt x="205157" y="59412"/>
                </a:cubicBezTo>
                <a:cubicBezTo>
                  <a:pt x="200760" y="62571"/>
                  <a:pt x="196280" y="65771"/>
                  <a:pt x="191718" y="69032"/>
                </a:cubicBezTo>
                <a:lnTo>
                  <a:pt x="202288" y="88478"/>
                </a:lnTo>
                <a:cubicBezTo>
                  <a:pt x="211887" y="93990"/>
                  <a:pt x="241139" y="89015"/>
                  <a:pt x="244401" y="88437"/>
                </a:cubicBezTo>
                <a:close/>
                <a:moveTo>
                  <a:pt x="244215" y="89387"/>
                </a:moveTo>
                <a:cubicBezTo>
                  <a:pt x="239673" y="90213"/>
                  <a:pt x="213704" y="94506"/>
                  <a:pt x="203051" y="89903"/>
                </a:cubicBezTo>
                <a:lnTo>
                  <a:pt x="207490" y="98098"/>
                </a:lnTo>
                <a:cubicBezTo>
                  <a:pt x="216903" y="106955"/>
                  <a:pt x="236763" y="112136"/>
                  <a:pt x="240045" y="112921"/>
                </a:cubicBezTo>
                <a:close/>
                <a:moveTo>
                  <a:pt x="259842" y="135794"/>
                </a:moveTo>
                <a:lnTo>
                  <a:pt x="248529" y="141533"/>
                </a:lnTo>
                <a:cubicBezTo>
                  <a:pt x="247043" y="145620"/>
                  <a:pt x="250449" y="153588"/>
                  <a:pt x="250986" y="154806"/>
                </a:cubicBezTo>
                <a:lnTo>
                  <a:pt x="267563" y="161722"/>
                </a:lnTo>
                <a:cubicBezTo>
                  <a:pt x="265437" y="157573"/>
                  <a:pt x="258542" y="143349"/>
                  <a:pt x="259842" y="135794"/>
                </a:cubicBezTo>
                <a:close/>
                <a:moveTo>
                  <a:pt x="222044" y="155178"/>
                </a:moveTo>
                <a:lnTo>
                  <a:pt x="232510" y="148799"/>
                </a:lnTo>
                <a:lnTo>
                  <a:pt x="219608" y="149129"/>
                </a:lnTo>
                <a:cubicBezTo>
                  <a:pt x="220784" y="150182"/>
                  <a:pt x="222436" y="152226"/>
                  <a:pt x="222044" y="155178"/>
                </a:cubicBezTo>
                <a:close/>
                <a:moveTo>
                  <a:pt x="247415" y="142090"/>
                </a:moveTo>
                <a:lnTo>
                  <a:pt x="235317" y="148262"/>
                </a:lnTo>
                <a:lnTo>
                  <a:pt x="249768" y="154290"/>
                </a:lnTo>
                <a:cubicBezTo>
                  <a:pt x="248777" y="151896"/>
                  <a:pt x="246610" y="146012"/>
                  <a:pt x="247415" y="142090"/>
                </a:cubicBezTo>
                <a:close/>
                <a:moveTo>
                  <a:pt x="235441" y="138746"/>
                </a:moveTo>
                <a:cubicBezTo>
                  <a:pt x="234223" y="139117"/>
                  <a:pt x="231787" y="139448"/>
                  <a:pt x="229042" y="137817"/>
                </a:cubicBezTo>
                <a:lnTo>
                  <a:pt x="233996" y="146921"/>
                </a:lnTo>
                <a:close/>
                <a:moveTo>
                  <a:pt x="235049" y="146260"/>
                </a:moveTo>
                <a:lnTo>
                  <a:pt x="240933" y="137590"/>
                </a:lnTo>
                <a:cubicBezTo>
                  <a:pt x="240189" y="136908"/>
                  <a:pt x="238311" y="135030"/>
                  <a:pt x="237382" y="133089"/>
                </a:cubicBezTo>
                <a:close/>
                <a:moveTo>
                  <a:pt x="227721" y="137301"/>
                </a:moveTo>
                <a:cubicBezTo>
                  <a:pt x="226833" y="139448"/>
                  <a:pt x="224273" y="144753"/>
                  <a:pt x="219773" y="148200"/>
                </a:cubicBezTo>
                <a:lnTo>
                  <a:pt x="233439" y="147849"/>
                </a:lnTo>
                <a:close/>
                <a:moveTo>
                  <a:pt x="228010" y="135917"/>
                </a:moveTo>
                <a:cubicBezTo>
                  <a:pt x="231560" y="139035"/>
                  <a:pt x="234801" y="138044"/>
                  <a:pt x="235627" y="137713"/>
                </a:cubicBezTo>
                <a:lnTo>
                  <a:pt x="236763" y="131355"/>
                </a:lnTo>
                <a:cubicBezTo>
                  <a:pt x="235049" y="131768"/>
                  <a:pt x="230590" y="132181"/>
                  <a:pt x="223778" y="128114"/>
                </a:cubicBezTo>
                <a:close/>
                <a:moveTo>
                  <a:pt x="236948" y="130344"/>
                </a:moveTo>
                <a:lnTo>
                  <a:pt x="238208" y="123222"/>
                </a:lnTo>
                <a:cubicBezTo>
                  <a:pt x="235627" y="123057"/>
                  <a:pt x="224335" y="121962"/>
                  <a:pt x="217192" y="115976"/>
                </a:cubicBezTo>
                <a:lnTo>
                  <a:pt x="222890" y="126463"/>
                </a:lnTo>
                <a:cubicBezTo>
                  <a:pt x="230941" y="131768"/>
                  <a:pt x="235895" y="130674"/>
                  <a:pt x="236948" y="130344"/>
                </a:cubicBezTo>
                <a:close/>
                <a:moveTo>
                  <a:pt x="237795" y="130757"/>
                </a:moveTo>
                <a:lnTo>
                  <a:pt x="237795" y="130757"/>
                </a:lnTo>
                <a:cubicBezTo>
                  <a:pt x="237464" y="132615"/>
                  <a:pt x="240045" y="135484"/>
                  <a:pt x="241469" y="136826"/>
                </a:cubicBezTo>
                <a:lnTo>
                  <a:pt x="248880" y="125926"/>
                </a:lnTo>
                <a:cubicBezTo>
                  <a:pt x="246816" y="126194"/>
                  <a:pt x="242316" y="126401"/>
                  <a:pt x="239054" y="123696"/>
                </a:cubicBezTo>
                <a:close/>
                <a:moveTo>
                  <a:pt x="241407" y="138560"/>
                </a:moveTo>
                <a:lnTo>
                  <a:pt x="235606" y="147065"/>
                </a:lnTo>
                <a:lnTo>
                  <a:pt x="246733" y="141409"/>
                </a:lnTo>
                <a:cubicBezTo>
                  <a:pt x="245041" y="141058"/>
                  <a:pt x="242336" y="140211"/>
                  <a:pt x="241407" y="138560"/>
                </a:cubicBezTo>
                <a:close/>
                <a:moveTo>
                  <a:pt x="235256" y="149233"/>
                </a:moveTo>
                <a:lnTo>
                  <a:pt x="243802" y="164798"/>
                </a:lnTo>
                <a:cubicBezTo>
                  <a:pt x="244566" y="162527"/>
                  <a:pt x="246589" y="157180"/>
                  <a:pt x="249582" y="155219"/>
                </a:cubicBezTo>
                <a:close/>
                <a:moveTo>
                  <a:pt x="234038" y="148944"/>
                </a:moveTo>
                <a:lnTo>
                  <a:pt x="222766" y="155818"/>
                </a:lnTo>
                <a:cubicBezTo>
                  <a:pt x="226172" y="156272"/>
                  <a:pt x="235359" y="157965"/>
                  <a:pt x="242109" y="163621"/>
                </a:cubicBezTo>
                <a:close/>
                <a:moveTo>
                  <a:pt x="227143" y="136248"/>
                </a:moveTo>
                <a:lnTo>
                  <a:pt x="222622" y="127928"/>
                </a:lnTo>
                <a:cubicBezTo>
                  <a:pt x="221300" y="131335"/>
                  <a:pt x="215974" y="142709"/>
                  <a:pt x="202411" y="148634"/>
                </a:cubicBezTo>
                <a:lnTo>
                  <a:pt x="218121" y="148242"/>
                </a:lnTo>
                <a:cubicBezTo>
                  <a:pt x="223778" y="144629"/>
                  <a:pt x="226688" y="137445"/>
                  <a:pt x="227143" y="136248"/>
                </a:cubicBezTo>
                <a:close/>
                <a:moveTo>
                  <a:pt x="222044" y="126834"/>
                </a:moveTo>
                <a:lnTo>
                  <a:pt x="215334" y="114469"/>
                </a:lnTo>
                <a:cubicBezTo>
                  <a:pt x="212878" y="119196"/>
                  <a:pt x="199707" y="143205"/>
                  <a:pt x="183770" y="149109"/>
                </a:cubicBezTo>
                <a:lnTo>
                  <a:pt x="199769" y="148696"/>
                </a:lnTo>
                <a:cubicBezTo>
                  <a:pt x="216222" y="142709"/>
                  <a:pt x="221466" y="128568"/>
                  <a:pt x="222044" y="126834"/>
                </a:cubicBezTo>
                <a:close/>
                <a:moveTo>
                  <a:pt x="215706" y="113230"/>
                </a:moveTo>
                <a:cubicBezTo>
                  <a:pt x="222209" y="120827"/>
                  <a:pt x="235875" y="122148"/>
                  <a:pt x="238373" y="122313"/>
                </a:cubicBezTo>
                <a:lnTo>
                  <a:pt x="239880" y="113829"/>
                </a:lnTo>
                <a:cubicBezTo>
                  <a:pt x="236907" y="113106"/>
                  <a:pt x="218885" y="108461"/>
                  <a:pt x="208728" y="100369"/>
                </a:cubicBezTo>
                <a:close/>
                <a:moveTo>
                  <a:pt x="239240" y="122623"/>
                </a:moveTo>
                <a:cubicBezTo>
                  <a:pt x="242790" y="126009"/>
                  <a:pt x="248591" y="125080"/>
                  <a:pt x="249603" y="124873"/>
                </a:cubicBezTo>
                <a:lnTo>
                  <a:pt x="253732" y="118825"/>
                </a:lnTo>
                <a:cubicBezTo>
                  <a:pt x="251089" y="118742"/>
                  <a:pt x="243224" y="118226"/>
                  <a:pt x="240623" y="114861"/>
                </a:cubicBezTo>
                <a:close/>
                <a:moveTo>
                  <a:pt x="242027" y="137631"/>
                </a:moveTo>
                <a:cubicBezTo>
                  <a:pt x="242419" y="139551"/>
                  <a:pt x="246382" y="140500"/>
                  <a:pt x="248075" y="140727"/>
                </a:cubicBezTo>
                <a:lnTo>
                  <a:pt x="259429" y="134968"/>
                </a:lnTo>
                <a:cubicBezTo>
                  <a:pt x="257592" y="134080"/>
                  <a:pt x="253422" y="131624"/>
                  <a:pt x="249871" y="126132"/>
                </a:cubicBezTo>
                <a:close/>
                <a:moveTo>
                  <a:pt x="250656" y="155673"/>
                </a:moveTo>
                <a:cubicBezTo>
                  <a:pt x="247167" y="157242"/>
                  <a:pt x="244772" y="164715"/>
                  <a:pt x="244421" y="165913"/>
                </a:cubicBezTo>
                <a:lnTo>
                  <a:pt x="250697" y="177370"/>
                </a:lnTo>
                <a:cubicBezTo>
                  <a:pt x="252555" y="174955"/>
                  <a:pt x="260069" y="165644"/>
                  <a:pt x="267315" y="162610"/>
                </a:cubicBezTo>
                <a:close/>
                <a:moveTo>
                  <a:pt x="243554" y="166243"/>
                </a:moveTo>
                <a:cubicBezTo>
                  <a:pt x="235937" y="158109"/>
                  <a:pt x="222931" y="156726"/>
                  <a:pt x="221486" y="156602"/>
                </a:cubicBezTo>
                <a:lnTo>
                  <a:pt x="216965" y="159369"/>
                </a:lnTo>
                <a:cubicBezTo>
                  <a:pt x="221342" y="161020"/>
                  <a:pt x="240231" y="168369"/>
                  <a:pt x="248715" y="175656"/>
                </a:cubicBezTo>
                <a:close/>
                <a:moveTo>
                  <a:pt x="220970" y="155839"/>
                </a:moveTo>
                <a:cubicBezTo>
                  <a:pt x="222023" y="151792"/>
                  <a:pt x="218761" y="149542"/>
                  <a:pt x="218142" y="149171"/>
                </a:cubicBezTo>
                <a:lnTo>
                  <a:pt x="202535" y="149563"/>
                </a:lnTo>
                <a:cubicBezTo>
                  <a:pt x="206602" y="150987"/>
                  <a:pt x="214178" y="154228"/>
                  <a:pt x="216139" y="158791"/>
                </a:cubicBezTo>
                <a:close/>
                <a:moveTo>
                  <a:pt x="199790" y="149625"/>
                </a:moveTo>
                <a:lnTo>
                  <a:pt x="182160" y="150079"/>
                </a:lnTo>
                <a:cubicBezTo>
                  <a:pt x="187176" y="152453"/>
                  <a:pt x="200677" y="159534"/>
                  <a:pt x="201978" y="167440"/>
                </a:cubicBezTo>
                <a:lnTo>
                  <a:pt x="215334" y="159265"/>
                </a:lnTo>
                <a:cubicBezTo>
                  <a:pt x="213105" y="153650"/>
                  <a:pt x="200781" y="149914"/>
                  <a:pt x="199790" y="149625"/>
                </a:cubicBezTo>
                <a:close/>
                <a:moveTo>
                  <a:pt x="214798" y="113499"/>
                </a:moveTo>
                <a:lnTo>
                  <a:pt x="213683" y="111434"/>
                </a:lnTo>
                <a:cubicBezTo>
                  <a:pt x="195186" y="143184"/>
                  <a:pt x="157656" y="147499"/>
                  <a:pt x="157284" y="147540"/>
                </a:cubicBezTo>
                <a:lnTo>
                  <a:pt x="157264" y="147540"/>
                </a:lnTo>
                <a:cubicBezTo>
                  <a:pt x="155096" y="148428"/>
                  <a:pt x="152846" y="149233"/>
                  <a:pt x="150513" y="149955"/>
                </a:cubicBezTo>
                <a:lnTo>
                  <a:pt x="180096" y="149212"/>
                </a:lnTo>
                <a:cubicBezTo>
                  <a:pt x="197767" y="145847"/>
                  <a:pt x="213415" y="116203"/>
                  <a:pt x="214798" y="113499"/>
                </a:cubicBezTo>
                <a:close/>
                <a:moveTo>
                  <a:pt x="213167" y="110485"/>
                </a:moveTo>
                <a:lnTo>
                  <a:pt x="207159" y="99420"/>
                </a:lnTo>
                <a:cubicBezTo>
                  <a:pt x="204827" y="104622"/>
                  <a:pt x="191202" y="132160"/>
                  <a:pt x="160794" y="146033"/>
                </a:cubicBezTo>
                <a:cubicBezTo>
                  <a:pt x="170682" y="144072"/>
                  <a:pt x="198345" y="136434"/>
                  <a:pt x="213167" y="110485"/>
                </a:cubicBezTo>
                <a:close/>
                <a:moveTo>
                  <a:pt x="268925" y="96509"/>
                </a:moveTo>
                <a:cubicBezTo>
                  <a:pt x="264776" y="98264"/>
                  <a:pt x="253030" y="102454"/>
                  <a:pt x="243616" y="98016"/>
                </a:cubicBezTo>
                <a:lnTo>
                  <a:pt x="240871" y="113437"/>
                </a:lnTo>
                <a:cubicBezTo>
                  <a:pt x="242357" y="117565"/>
                  <a:pt x="252658" y="117875"/>
                  <a:pt x="254351" y="117916"/>
                </a:cubicBezTo>
                <a:close/>
                <a:moveTo>
                  <a:pt x="254702" y="119031"/>
                </a:moveTo>
                <a:lnTo>
                  <a:pt x="250429" y="125286"/>
                </a:lnTo>
                <a:cubicBezTo>
                  <a:pt x="254454" y="131727"/>
                  <a:pt x="259512" y="134039"/>
                  <a:pt x="260482" y="134431"/>
                </a:cubicBezTo>
                <a:lnTo>
                  <a:pt x="276275" y="126401"/>
                </a:lnTo>
                <a:cubicBezTo>
                  <a:pt x="272332" y="125864"/>
                  <a:pt x="261638" y="124068"/>
                  <a:pt x="254702" y="119031"/>
                </a:cubicBezTo>
                <a:close/>
                <a:moveTo>
                  <a:pt x="276832" y="127144"/>
                </a:moveTo>
                <a:lnTo>
                  <a:pt x="260895" y="135236"/>
                </a:lnTo>
                <a:cubicBezTo>
                  <a:pt x="259533" y="140273"/>
                  <a:pt x="263001" y="149584"/>
                  <a:pt x="265808" y="155900"/>
                </a:cubicBezTo>
                <a:cubicBezTo>
                  <a:pt x="269276" y="147168"/>
                  <a:pt x="274540" y="136991"/>
                  <a:pt x="274602" y="136867"/>
                </a:cubicBezTo>
                <a:cubicBezTo>
                  <a:pt x="274623" y="136826"/>
                  <a:pt x="274664" y="136785"/>
                  <a:pt x="274706" y="136743"/>
                </a:cubicBezTo>
                <a:cubicBezTo>
                  <a:pt x="274933" y="133234"/>
                  <a:pt x="275573" y="129931"/>
                  <a:pt x="276832" y="127144"/>
                </a:cubicBezTo>
                <a:close/>
                <a:moveTo>
                  <a:pt x="274623" y="138849"/>
                </a:moveTo>
                <a:cubicBezTo>
                  <a:pt x="272951" y="142172"/>
                  <a:pt x="268987" y="150203"/>
                  <a:pt x="266345" y="157057"/>
                </a:cubicBezTo>
                <a:cubicBezTo>
                  <a:pt x="267584" y="159781"/>
                  <a:pt x="268616" y="161763"/>
                  <a:pt x="268884" y="162279"/>
                </a:cubicBezTo>
                <a:lnTo>
                  <a:pt x="279206" y="166573"/>
                </a:lnTo>
                <a:cubicBezTo>
                  <a:pt x="278091" y="163002"/>
                  <a:pt x="274437" y="150244"/>
                  <a:pt x="274623" y="138849"/>
                </a:cubicBezTo>
                <a:close/>
                <a:moveTo>
                  <a:pt x="257530" y="189818"/>
                </a:moveTo>
                <a:cubicBezTo>
                  <a:pt x="260069" y="186887"/>
                  <a:pt x="272786" y="172415"/>
                  <a:pt x="279020" y="167502"/>
                </a:cubicBezTo>
                <a:lnTo>
                  <a:pt x="268533" y="163126"/>
                </a:lnTo>
                <a:cubicBezTo>
                  <a:pt x="260978" y="165706"/>
                  <a:pt x="252493" y="176544"/>
                  <a:pt x="251192" y="178258"/>
                </a:cubicBezTo>
                <a:close/>
                <a:moveTo>
                  <a:pt x="255755" y="188497"/>
                </a:moveTo>
                <a:lnTo>
                  <a:pt x="250263" y="178485"/>
                </a:lnTo>
                <a:cubicBezTo>
                  <a:pt x="243369" y="170310"/>
                  <a:pt x="218390" y="160876"/>
                  <a:pt x="215954" y="159967"/>
                </a:cubicBezTo>
                <a:lnTo>
                  <a:pt x="202824" y="167998"/>
                </a:lnTo>
                <a:cubicBezTo>
                  <a:pt x="209368" y="169484"/>
                  <a:pt x="242006" y="177287"/>
                  <a:pt x="255755" y="188497"/>
                </a:cubicBezTo>
                <a:close/>
                <a:moveTo>
                  <a:pt x="197890" y="187485"/>
                </a:moveTo>
                <a:cubicBezTo>
                  <a:pt x="200388" y="187031"/>
                  <a:pt x="230177" y="181622"/>
                  <a:pt x="240767" y="180982"/>
                </a:cubicBezTo>
                <a:cubicBezTo>
                  <a:pt x="224438" y="173819"/>
                  <a:pt x="203815" y="169154"/>
                  <a:pt x="201689" y="168679"/>
                </a:cubicBezTo>
                <a:lnTo>
                  <a:pt x="175471" y="184698"/>
                </a:lnTo>
                <a:cubicBezTo>
                  <a:pt x="178816" y="185029"/>
                  <a:pt x="187631" y="185958"/>
                  <a:pt x="197890" y="187485"/>
                </a:cubicBezTo>
                <a:close/>
                <a:moveTo>
                  <a:pt x="174377" y="184265"/>
                </a:moveTo>
                <a:lnTo>
                  <a:pt x="201111" y="167956"/>
                </a:lnTo>
                <a:cubicBezTo>
                  <a:pt x="200533" y="162589"/>
                  <a:pt x="193431" y="157387"/>
                  <a:pt x="187610" y="154001"/>
                </a:cubicBezTo>
                <a:cubicBezTo>
                  <a:pt x="187197" y="157614"/>
                  <a:pt x="184678" y="173757"/>
                  <a:pt x="172685" y="179785"/>
                </a:cubicBezTo>
                <a:cubicBezTo>
                  <a:pt x="173531" y="181416"/>
                  <a:pt x="174130" y="182944"/>
                  <a:pt x="174377" y="184265"/>
                </a:cubicBezTo>
                <a:close/>
                <a:moveTo>
                  <a:pt x="172251" y="178980"/>
                </a:moveTo>
                <a:cubicBezTo>
                  <a:pt x="184389" y="172890"/>
                  <a:pt x="186495" y="155921"/>
                  <a:pt x="186743" y="153506"/>
                </a:cubicBezTo>
                <a:cubicBezTo>
                  <a:pt x="183357" y="151586"/>
                  <a:pt x="180570" y="150347"/>
                  <a:pt x="180054" y="150120"/>
                </a:cubicBezTo>
                <a:lnTo>
                  <a:pt x="148119" y="150925"/>
                </a:lnTo>
                <a:cubicBezTo>
                  <a:pt x="151793" y="154435"/>
                  <a:pt x="166533" y="168741"/>
                  <a:pt x="172251" y="178980"/>
                </a:cubicBezTo>
                <a:close/>
                <a:moveTo>
                  <a:pt x="146921" y="150038"/>
                </a:moveTo>
                <a:cubicBezTo>
                  <a:pt x="188539" y="138952"/>
                  <a:pt x="205322" y="101422"/>
                  <a:pt x="206602" y="98408"/>
                </a:cubicBezTo>
                <a:lnTo>
                  <a:pt x="201813" y="89573"/>
                </a:lnTo>
                <a:cubicBezTo>
                  <a:pt x="196239" y="94857"/>
                  <a:pt x="146384" y="142049"/>
                  <a:pt x="133792" y="150368"/>
                </a:cubicBezTo>
                <a:close/>
                <a:moveTo>
                  <a:pt x="131934" y="150409"/>
                </a:moveTo>
                <a:cubicBezTo>
                  <a:pt x="141347" y="145537"/>
                  <a:pt x="197127" y="92752"/>
                  <a:pt x="201359" y="88726"/>
                </a:cubicBezTo>
                <a:lnTo>
                  <a:pt x="190975" y="69569"/>
                </a:lnTo>
                <a:cubicBezTo>
                  <a:pt x="152990" y="96674"/>
                  <a:pt x="110382" y="126421"/>
                  <a:pt x="71613" y="151937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_1_1_1">
    <p:bg>
      <p:bgPr>
        <a:solidFill>
          <a:schemeClr val="dk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/>
          <p:nvPr/>
        </p:nvSpPr>
        <p:spPr>
          <a:xfrm flipH="1">
            <a:off x="8458632" y="3721942"/>
            <a:ext cx="685569" cy="1421561"/>
          </a:xfrm>
          <a:custGeom>
            <a:avLst/>
            <a:gdLst/>
            <a:ahLst/>
            <a:cxnLst/>
            <a:rect l="l" t="t" r="r" b="b"/>
            <a:pathLst>
              <a:path w="100856" h="209130" extrusionOk="0">
                <a:moveTo>
                  <a:pt x="66670" y="209129"/>
                </a:moveTo>
                <a:lnTo>
                  <a:pt x="64681" y="199340"/>
                </a:lnTo>
                <a:cubicBezTo>
                  <a:pt x="65867" y="186740"/>
                  <a:pt x="82290" y="183089"/>
                  <a:pt x="84680" y="182630"/>
                </a:cubicBezTo>
                <a:cubicBezTo>
                  <a:pt x="89689" y="191864"/>
                  <a:pt x="94718" y="200736"/>
                  <a:pt x="99670" y="209129"/>
                </a:cubicBezTo>
                <a:lnTo>
                  <a:pt x="100855" y="209129"/>
                </a:lnTo>
                <a:cubicBezTo>
                  <a:pt x="62349" y="144257"/>
                  <a:pt x="20439" y="48506"/>
                  <a:pt x="0" y="0"/>
                </a:cubicBezTo>
                <a:lnTo>
                  <a:pt x="0" y="2619"/>
                </a:lnTo>
                <a:cubicBezTo>
                  <a:pt x="3078" y="9904"/>
                  <a:pt x="6596" y="18164"/>
                  <a:pt x="10497" y="27169"/>
                </a:cubicBezTo>
                <a:cubicBezTo>
                  <a:pt x="9617" y="28297"/>
                  <a:pt x="5009" y="34186"/>
                  <a:pt x="0" y="40361"/>
                </a:cubicBezTo>
                <a:lnTo>
                  <a:pt x="0" y="41986"/>
                </a:lnTo>
                <a:cubicBezTo>
                  <a:pt x="4837" y="36059"/>
                  <a:pt x="9445" y="30171"/>
                  <a:pt x="10955" y="28240"/>
                </a:cubicBezTo>
                <a:cubicBezTo>
                  <a:pt x="12791" y="32465"/>
                  <a:pt x="14703" y="36843"/>
                  <a:pt x="16691" y="41375"/>
                </a:cubicBezTo>
                <a:cubicBezTo>
                  <a:pt x="15716" y="46174"/>
                  <a:pt x="6711" y="54376"/>
                  <a:pt x="0" y="59940"/>
                </a:cubicBezTo>
                <a:lnTo>
                  <a:pt x="0" y="61278"/>
                </a:lnTo>
                <a:cubicBezTo>
                  <a:pt x="6367" y="56058"/>
                  <a:pt x="15200" y="48143"/>
                  <a:pt x="17303" y="42790"/>
                </a:cubicBezTo>
                <a:cubicBezTo>
                  <a:pt x="18775" y="46097"/>
                  <a:pt x="20267" y="49481"/>
                  <a:pt x="21796" y="52923"/>
                </a:cubicBezTo>
                <a:cubicBezTo>
                  <a:pt x="21567" y="54013"/>
                  <a:pt x="18431" y="68983"/>
                  <a:pt x="13384" y="74796"/>
                </a:cubicBezTo>
                <a:cubicBezTo>
                  <a:pt x="13307" y="74853"/>
                  <a:pt x="13269" y="74910"/>
                  <a:pt x="13212" y="74987"/>
                </a:cubicBezTo>
                <a:cubicBezTo>
                  <a:pt x="12198" y="76115"/>
                  <a:pt x="11108" y="76860"/>
                  <a:pt x="9942" y="77052"/>
                </a:cubicBezTo>
                <a:lnTo>
                  <a:pt x="0" y="70360"/>
                </a:lnTo>
                <a:lnTo>
                  <a:pt x="0" y="71584"/>
                </a:lnTo>
                <a:lnTo>
                  <a:pt x="9407" y="77912"/>
                </a:lnTo>
                <a:cubicBezTo>
                  <a:pt x="10133" y="79901"/>
                  <a:pt x="18144" y="102060"/>
                  <a:pt x="17341" y="108580"/>
                </a:cubicBezTo>
                <a:lnTo>
                  <a:pt x="6501" y="112060"/>
                </a:lnTo>
                <a:lnTo>
                  <a:pt x="0" y="89269"/>
                </a:lnTo>
                <a:lnTo>
                  <a:pt x="0" y="92997"/>
                </a:lnTo>
                <a:lnTo>
                  <a:pt x="5526" y="112365"/>
                </a:lnTo>
                <a:lnTo>
                  <a:pt x="0" y="114144"/>
                </a:lnTo>
                <a:lnTo>
                  <a:pt x="0" y="115214"/>
                </a:lnTo>
                <a:lnTo>
                  <a:pt x="6080" y="113264"/>
                </a:lnTo>
                <a:cubicBezTo>
                  <a:pt x="8298" y="114622"/>
                  <a:pt x="30018" y="128120"/>
                  <a:pt x="33899" y="136093"/>
                </a:cubicBezTo>
                <a:lnTo>
                  <a:pt x="30629" y="148253"/>
                </a:lnTo>
                <a:cubicBezTo>
                  <a:pt x="27092" y="143836"/>
                  <a:pt x="9980" y="122747"/>
                  <a:pt x="0" y="116094"/>
                </a:cubicBezTo>
                <a:lnTo>
                  <a:pt x="0" y="117337"/>
                </a:lnTo>
                <a:cubicBezTo>
                  <a:pt x="10420" y="124659"/>
                  <a:pt x="28488" y="147201"/>
                  <a:pt x="30285" y="149476"/>
                </a:cubicBezTo>
                <a:lnTo>
                  <a:pt x="27226" y="160814"/>
                </a:lnTo>
                <a:cubicBezTo>
                  <a:pt x="24033" y="156474"/>
                  <a:pt x="9770" y="137221"/>
                  <a:pt x="0" y="125730"/>
                </a:cubicBezTo>
                <a:lnTo>
                  <a:pt x="0" y="127279"/>
                </a:lnTo>
                <a:cubicBezTo>
                  <a:pt x="8240" y="137106"/>
                  <a:pt x="19808" y="152440"/>
                  <a:pt x="26901" y="162076"/>
                </a:cubicBezTo>
                <a:lnTo>
                  <a:pt x="22274" y="179188"/>
                </a:lnTo>
                <a:cubicBezTo>
                  <a:pt x="18909" y="167315"/>
                  <a:pt x="6807" y="152478"/>
                  <a:pt x="0" y="144792"/>
                </a:cubicBezTo>
                <a:lnTo>
                  <a:pt x="0" y="146379"/>
                </a:lnTo>
                <a:cubicBezTo>
                  <a:pt x="7227" y="154658"/>
                  <a:pt x="19349" y="169877"/>
                  <a:pt x="21739" y="181215"/>
                </a:cubicBezTo>
                <a:lnTo>
                  <a:pt x="16137" y="201979"/>
                </a:lnTo>
                <a:cubicBezTo>
                  <a:pt x="13957" y="196491"/>
                  <a:pt x="6137" y="177066"/>
                  <a:pt x="0" y="164600"/>
                </a:cubicBezTo>
                <a:lnTo>
                  <a:pt x="0" y="166933"/>
                </a:lnTo>
                <a:cubicBezTo>
                  <a:pt x="6654" y="180813"/>
                  <a:pt x="14894" y="201596"/>
                  <a:pt x="15697" y="203623"/>
                </a:cubicBezTo>
                <a:lnTo>
                  <a:pt x="14206" y="209129"/>
                </a:lnTo>
                <a:lnTo>
                  <a:pt x="15257" y="209129"/>
                </a:lnTo>
                <a:lnTo>
                  <a:pt x="16691" y="203872"/>
                </a:lnTo>
                <a:cubicBezTo>
                  <a:pt x="27570" y="192209"/>
                  <a:pt x="58085" y="191310"/>
                  <a:pt x="61985" y="191253"/>
                </a:cubicBezTo>
                <a:lnTo>
                  <a:pt x="65637" y="209129"/>
                </a:lnTo>
                <a:lnTo>
                  <a:pt x="66670" y="209129"/>
                </a:lnTo>
                <a:close/>
                <a:moveTo>
                  <a:pt x="22504" y="54510"/>
                </a:moveTo>
                <a:cubicBezTo>
                  <a:pt x="25066" y="60284"/>
                  <a:pt x="27742" y="66249"/>
                  <a:pt x="30496" y="72310"/>
                </a:cubicBezTo>
                <a:cubicBezTo>
                  <a:pt x="30496" y="72348"/>
                  <a:pt x="30496" y="72387"/>
                  <a:pt x="30496" y="72425"/>
                </a:cubicBezTo>
                <a:cubicBezTo>
                  <a:pt x="30629" y="73075"/>
                  <a:pt x="30706" y="73725"/>
                  <a:pt x="30763" y="74375"/>
                </a:cubicBezTo>
                <a:cubicBezTo>
                  <a:pt x="28526" y="74318"/>
                  <a:pt x="20324" y="74126"/>
                  <a:pt x="14798" y="74604"/>
                </a:cubicBezTo>
                <a:cubicBezTo>
                  <a:pt x="18966" y="69021"/>
                  <a:pt x="21624" y="58410"/>
                  <a:pt x="22504" y="54510"/>
                </a:cubicBezTo>
                <a:close/>
                <a:moveTo>
                  <a:pt x="66975" y="148788"/>
                </a:moveTo>
                <a:cubicBezTo>
                  <a:pt x="68620" y="152058"/>
                  <a:pt x="70283" y="155308"/>
                  <a:pt x="71946" y="158539"/>
                </a:cubicBezTo>
                <a:cubicBezTo>
                  <a:pt x="66211" y="162191"/>
                  <a:pt x="62540" y="176741"/>
                  <a:pt x="61278" y="182630"/>
                </a:cubicBezTo>
                <a:lnTo>
                  <a:pt x="60456" y="178653"/>
                </a:lnTo>
                <a:cubicBezTo>
                  <a:pt x="60456" y="178653"/>
                  <a:pt x="60456" y="178653"/>
                  <a:pt x="60456" y="178653"/>
                </a:cubicBezTo>
                <a:lnTo>
                  <a:pt x="56249" y="157966"/>
                </a:lnTo>
                <a:cubicBezTo>
                  <a:pt x="58257" y="155002"/>
                  <a:pt x="63763" y="148081"/>
                  <a:pt x="66975" y="148788"/>
                </a:cubicBezTo>
                <a:close/>
                <a:moveTo>
                  <a:pt x="55217" y="158004"/>
                </a:moveTo>
                <a:lnTo>
                  <a:pt x="56976" y="166646"/>
                </a:lnTo>
                <a:cubicBezTo>
                  <a:pt x="55198" y="165575"/>
                  <a:pt x="51297" y="163281"/>
                  <a:pt x="46804" y="160948"/>
                </a:cubicBezTo>
                <a:cubicBezTo>
                  <a:pt x="45906" y="155327"/>
                  <a:pt x="43057" y="142402"/>
                  <a:pt x="41872" y="137125"/>
                </a:cubicBezTo>
                <a:cubicBezTo>
                  <a:pt x="46881" y="143760"/>
                  <a:pt x="53458" y="153052"/>
                  <a:pt x="55217" y="158004"/>
                </a:cubicBezTo>
                <a:close/>
                <a:moveTo>
                  <a:pt x="36881" y="128980"/>
                </a:moveTo>
                <a:lnTo>
                  <a:pt x="38640" y="122403"/>
                </a:lnTo>
                <a:cubicBezTo>
                  <a:pt x="44395" y="123302"/>
                  <a:pt x="49864" y="133187"/>
                  <a:pt x="50322" y="134047"/>
                </a:cubicBezTo>
                <a:lnTo>
                  <a:pt x="54337" y="153740"/>
                </a:lnTo>
                <a:cubicBezTo>
                  <a:pt x="49462" y="144792"/>
                  <a:pt x="38411" y="130892"/>
                  <a:pt x="36881" y="128980"/>
                </a:cubicBezTo>
                <a:close/>
                <a:moveTo>
                  <a:pt x="60800" y="136456"/>
                </a:moveTo>
                <a:cubicBezTo>
                  <a:pt x="62674" y="140223"/>
                  <a:pt x="64547" y="143989"/>
                  <a:pt x="66440" y="147717"/>
                </a:cubicBezTo>
                <a:cubicBezTo>
                  <a:pt x="62635" y="147794"/>
                  <a:pt x="57798" y="154027"/>
                  <a:pt x="55963" y="156589"/>
                </a:cubicBezTo>
                <a:lnTo>
                  <a:pt x="51393" y="134181"/>
                </a:lnTo>
                <a:cubicBezTo>
                  <a:pt x="55695" y="132192"/>
                  <a:pt x="60704" y="136380"/>
                  <a:pt x="60762" y="136418"/>
                </a:cubicBezTo>
                <a:cubicBezTo>
                  <a:pt x="60781" y="136437"/>
                  <a:pt x="60781" y="136437"/>
                  <a:pt x="60800" y="136456"/>
                </a:cubicBezTo>
                <a:close/>
                <a:moveTo>
                  <a:pt x="59863" y="134525"/>
                </a:moveTo>
                <a:cubicBezTo>
                  <a:pt x="57913" y="133320"/>
                  <a:pt x="54471" y="131753"/>
                  <a:pt x="51183" y="133148"/>
                </a:cubicBezTo>
                <a:lnTo>
                  <a:pt x="45313" y="104335"/>
                </a:lnTo>
                <a:cubicBezTo>
                  <a:pt x="50036" y="114354"/>
                  <a:pt x="54892" y="124468"/>
                  <a:pt x="59863" y="134525"/>
                </a:cubicBezTo>
                <a:close/>
                <a:moveTo>
                  <a:pt x="49711" y="131007"/>
                </a:moveTo>
                <a:cubicBezTo>
                  <a:pt x="47550" y="127661"/>
                  <a:pt x="43439" y="122212"/>
                  <a:pt x="38908" y="121428"/>
                </a:cubicBezTo>
                <a:lnTo>
                  <a:pt x="43956" y="102767"/>
                </a:lnTo>
                <a:close/>
                <a:moveTo>
                  <a:pt x="38277" y="119860"/>
                </a:moveTo>
                <a:cubicBezTo>
                  <a:pt x="37206" y="116132"/>
                  <a:pt x="34453" y="107911"/>
                  <a:pt x="30247" y="105502"/>
                </a:cubicBezTo>
                <a:lnTo>
                  <a:pt x="43286" y="101314"/>
                </a:lnTo>
                <a:close/>
                <a:moveTo>
                  <a:pt x="29348" y="104718"/>
                </a:moveTo>
                <a:cubicBezTo>
                  <a:pt x="29540" y="102175"/>
                  <a:pt x="29960" y="94737"/>
                  <a:pt x="28794" y="90932"/>
                </a:cubicBezTo>
                <a:lnTo>
                  <a:pt x="42866" y="100378"/>
                </a:lnTo>
                <a:close/>
                <a:moveTo>
                  <a:pt x="42885" y="99173"/>
                </a:moveTo>
                <a:lnTo>
                  <a:pt x="28010" y="89173"/>
                </a:lnTo>
                <a:cubicBezTo>
                  <a:pt x="29023" y="87663"/>
                  <a:pt x="32140" y="82329"/>
                  <a:pt x="31834" y="75254"/>
                </a:cubicBezTo>
                <a:cubicBezTo>
                  <a:pt x="35390" y="83074"/>
                  <a:pt x="39080" y="91066"/>
                  <a:pt x="42885" y="99173"/>
                </a:cubicBezTo>
                <a:close/>
                <a:moveTo>
                  <a:pt x="11051" y="77797"/>
                </a:moveTo>
                <a:cubicBezTo>
                  <a:pt x="12141" y="77319"/>
                  <a:pt x="13116" y="76612"/>
                  <a:pt x="13900" y="75713"/>
                </a:cubicBezTo>
                <a:cubicBezTo>
                  <a:pt x="19368" y="75121"/>
                  <a:pt x="28603" y="75331"/>
                  <a:pt x="30801" y="75388"/>
                </a:cubicBezTo>
                <a:cubicBezTo>
                  <a:pt x="31050" y="82061"/>
                  <a:pt x="28086" y="87185"/>
                  <a:pt x="27150" y="88600"/>
                </a:cubicBezTo>
                <a:close/>
                <a:moveTo>
                  <a:pt x="10841" y="78887"/>
                </a:moveTo>
                <a:lnTo>
                  <a:pt x="27016" y="89728"/>
                </a:lnTo>
                <a:cubicBezTo>
                  <a:pt x="28794" y="90932"/>
                  <a:pt x="28737" y="99613"/>
                  <a:pt x="28297" y="105062"/>
                </a:cubicBezTo>
                <a:lnTo>
                  <a:pt x="18412" y="108236"/>
                </a:lnTo>
                <a:cubicBezTo>
                  <a:pt x="18775" y="101678"/>
                  <a:pt x="12714" y="84126"/>
                  <a:pt x="10841" y="78887"/>
                </a:cubicBezTo>
                <a:close/>
                <a:moveTo>
                  <a:pt x="28775" y="105980"/>
                </a:moveTo>
                <a:cubicBezTo>
                  <a:pt x="34052" y="107452"/>
                  <a:pt x="37417" y="120472"/>
                  <a:pt x="37742" y="121830"/>
                </a:cubicBezTo>
                <a:lnTo>
                  <a:pt x="36193" y="127565"/>
                </a:lnTo>
                <a:cubicBezTo>
                  <a:pt x="32981" y="121371"/>
                  <a:pt x="21815" y="111677"/>
                  <a:pt x="18852" y="109153"/>
                </a:cubicBezTo>
                <a:close/>
                <a:moveTo>
                  <a:pt x="7361" y="112843"/>
                </a:moveTo>
                <a:lnTo>
                  <a:pt x="17705" y="109536"/>
                </a:lnTo>
                <a:cubicBezTo>
                  <a:pt x="19597" y="111123"/>
                  <a:pt x="33555" y="123015"/>
                  <a:pt x="35792" y="129133"/>
                </a:cubicBezTo>
                <a:lnTo>
                  <a:pt x="34281" y="134678"/>
                </a:lnTo>
                <a:cubicBezTo>
                  <a:pt x="29501" y="126896"/>
                  <a:pt x="11720" y="115558"/>
                  <a:pt x="7361" y="112843"/>
                </a:cubicBezTo>
                <a:close/>
                <a:moveTo>
                  <a:pt x="36556" y="130204"/>
                </a:moveTo>
                <a:cubicBezTo>
                  <a:pt x="37302" y="131160"/>
                  <a:pt x="38698" y="132919"/>
                  <a:pt x="40399" y="135156"/>
                </a:cubicBezTo>
                <a:cubicBezTo>
                  <a:pt x="40724" y="136647"/>
                  <a:pt x="44453" y="153109"/>
                  <a:pt x="45676" y="160355"/>
                </a:cubicBezTo>
                <a:cubicBezTo>
                  <a:pt x="40227" y="157583"/>
                  <a:pt x="34128" y="154926"/>
                  <a:pt x="30018" y="154448"/>
                </a:cubicBezTo>
                <a:close/>
                <a:moveTo>
                  <a:pt x="28067" y="161617"/>
                </a:moveTo>
                <a:lnTo>
                  <a:pt x="29750" y="155442"/>
                </a:lnTo>
                <a:cubicBezTo>
                  <a:pt x="37895" y="156302"/>
                  <a:pt x="55313" y="166837"/>
                  <a:pt x="57244" y="168022"/>
                </a:cubicBezTo>
                <a:lnTo>
                  <a:pt x="59232" y="177716"/>
                </a:lnTo>
                <a:cubicBezTo>
                  <a:pt x="54701" y="174963"/>
                  <a:pt x="36308" y="163912"/>
                  <a:pt x="28067" y="161617"/>
                </a:cubicBezTo>
                <a:close/>
                <a:moveTo>
                  <a:pt x="27819" y="162592"/>
                </a:moveTo>
                <a:cubicBezTo>
                  <a:pt x="36461" y="165040"/>
                  <a:pt x="57397" y="177792"/>
                  <a:pt x="59519" y="179093"/>
                </a:cubicBezTo>
                <a:lnTo>
                  <a:pt x="60551" y="184236"/>
                </a:lnTo>
                <a:cubicBezTo>
                  <a:pt x="49194" y="178653"/>
                  <a:pt x="27283" y="180259"/>
                  <a:pt x="22943" y="180641"/>
                </a:cubicBezTo>
                <a:close/>
                <a:moveTo>
                  <a:pt x="17208" y="201940"/>
                </a:moveTo>
                <a:lnTo>
                  <a:pt x="22657" y="181693"/>
                </a:lnTo>
                <a:cubicBezTo>
                  <a:pt x="25830" y="181406"/>
                  <a:pt x="49749" y="179494"/>
                  <a:pt x="60819" y="185517"/>
                </a:cubicBezTo>
                <a:lnTo>
                  <a:pt x="61775" y="190220"/>
                </a:lnTo>
                <a:cubicBezTo>
                  <a:pt x="57110" y="190297"/>
                  <a:pt x="29176" y="191195"/>
                  <a:pt x="17208" y="201940"/>
                </a:cubicBezTo>
                <a:close/>
                <a:moveTo>
                  <a:pt x="61794" y="185173"/>
                </a:moveTo>
                <a:cubicBezTo>
                  <a:pt x="62081" y="183643"/>
                  <a:pt x="65981" y="163663"/>
                  <a:pt x="72405" y="159457"/>
                </a:cubicBezTo>
                <a:cubicBezTo>
                  <a:pt x="76306" y="167009"/>
                  <a:pt x="80244" y="174466"/>
                  <a:pt x="84164" y="181693"/>
                </a:cubicBezTo>
                <a:cubicBezTo>
                  <a:pt x="81028" y="182362"/>
                  <a:pt x="67052" y="185861"/>
                  <a:pt x="64127" y="196644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30"/>
          <p:cNvSpPr/>
          <p:nvPr/>
        </p:nvSpPr>
        <p:spPr>
          <a:xfrm rot="10800000" flipH="1">
            <a:off x="202" y="39"/>
            <a:ext cx="685569" cy="1421561"/>
          </a:xfrm>
          <a:custGeom>
            <a:avLst/>
            <a:gdLst/>
            <a:ahLst/>
            <a:cxnLst/>
            <a:rect l="l" t="t" r="r" b="b"/>
            <a:pathLst>
              <a:path w="100856" h="209130" extrusionOk="0">
                <a:moveTo>
                  <a:pt x="66670" y="209129"/>
                </a:moveTo>
                <a:lnTo>
                  <a:pt x="64681" y="199340"/>
                </a:lnTo>
                <a:cubicBezTo>
                  <a:pt x="65867" y="186740"/>
                  <a:pt x="82290" y="183089"/>
                  <a:pt x="84680" y="182630"/>
                </a:cubicBezTo>
                <a:cubicBezTo>
                  <a:pt x="89689" y="191864"/>
                  <a:pt x="94718" y="200736"/>
                  <a:pt x="99670" y="209129"/>
                </a:cubicBezTo>
                <a:lnTo>
                  <a:pt x="100855" y="209129"/>
                </a:lnTo>
                <a:cubicBezTo>
                  <a:pt x="62349" y="144257"/>
                  <a:pt x="20439" y="48506"/>
                  <a:pt x="0" y="0"/>
                </a:cubicBezTo>
                <a:lnTo>
                  <a:pt x="0" y="2619"/>
                </a:lnTo>
                <a:cubicBezTo>
                  <a:pt x="3078" y="9904"/>
                  <a:pt x="6596" y="18164"/>
                  <a:pt x="10497" y="27169"/>
                </a:cubicBezTo>
                <a:cubicBezTo>
                  <a:pt x="9617" y="28297"/>
                  <a:pt x="5009" y="34186"/>
                  <a:pt x="0" y="40361"/>
                </a:cubicBezTo>
                <a:lnTo>
                  <a:pt x="0" y="41986"/>
                </a:lnTo>
                <a:cubicBezTo>
                  <a:pt x="4837" y="36059"/>
                  <a:pt x="9445" y="30171"/>
                  <a:pt x="10955" y="28240"/>
                </a:cubicBezTo>
                <a:cubicBezTo>
                  <a:pt x="12791" y="32465"/>
                  <a:pt x="14703" y="36843"/>
                  <a:pt x="16691" y="41375"/>
                </a:cubicBezTo>
                <a:cubicBezTo>
                  <a:pt x="15716" y="46174"/>
                  <a:pt x="6711" y="54376"/>
                  <a:pt x="0" y="59940"/>
                </a:cubicBezTo>
                <a:lnTo>
                  <a:pt x="0" y="61278"/>
                </a:lnTo>
                <a:cubicBezTo>
                  <a:pt x="6367" y="56058"/>
                  <a:pt x="15200" y="48143"/>
                  <a:pt x="17303" y="42790"/>
                </a:cubicBezTo>
                <a:cubicBezTo>
                  <a:pt x="18775" y="46097"/>
                  <a:pt x="20267" y="49481"/>
                  <a:pt x="21796" y="52923"/>
                </a:cubicBezTo>
                <a:cubicBezTo>
                  <a:pt x="21567" y="54013"/>
                  <a:pt x="18431" y="68983"/>
                  <a:pt x="13384" y="74796"/>
                </a:cubicBezTo>
                <a:cubicBezTo>
                  <a:pt x="13307" y="74853"/>
                  <a:pt x="13269" y="74910"/>
                  <a:pt x="13212" y="74987"/>
                </a:cubicBezTo>
                <a:cubicBezTo>
                  <a:pt x="12198" y="76115"/>
                  <a:pt x="11108" y="76860"/>
                  <a:pt x="9942" y="77052"/>
                </a:cubicBezTo>
                <a:lnTo>
                  <a:pt x="0" y="70360"/>
                </a:lnTo>
                <a:lnTo>
                  <a:pt x="0" y="71584"/>
                </a:lnTo>
                <a:lnTo>
                  <a:pt x="9407" y="77912"/>
                </a:lnTo>
                <a:cubicBezTo>
                  <a:pt x="10133" y="79901"/>
                  <a:pt x="18144" y="102060"/>
                  <a:pt x="17341" y="108580"/>
                </a:cubicBezTo>
                <a:lnTo>
                  <a:pt x="6501" y="112060"/>
                </a:lnTo>
                <a:lnTo>
                  <a:pt x="0" y="89269"/>
                </a:lnTo>
                <a:lnTo>
                  <a:pt x="0" y="92997"/>
                </a:lnTo>
                <a:lnTo>
                  <a:pt x="5526" y="112365"/>
                </a:lnTo>
                <a:lnTo>
                  <a:pt x="0" y="114144"/>
                </a:lnTo>
                <a:lnTo>
                  <a:pt x="0" y="115214"/>
                </a:lnTo>
                <a:lnTo>
                  <a:pt x="6080" y="113264"/>
                </a:lnTo>
                <a:cubicBezTo>
                  <a:pt x="8298" y="114622"/>
                  <a:pt x="30018" y="128120"/>
                  <a:pt x="33899" y="136093"/>
                </a:cubicBezTo>
                <a:lnTo>
                  <a:pt x="30629" y="148253"/>
                </a:lnTo>
                <a:cubicBezTo>
                  <a:pt x="27092" y="143836"/>
                  <a:pt x="9980" y="122747"/>
                  <a:pt x="0" y="116094"/>
                </a:cubicBezTo>
                <a:lnTo>
                  <a:pt x="0" y="117337"/>
                </a:lnTo>
                <a:cubicBezTo>
                  <a:pt x="10420" y="124659"/>
                  <a:pt x="28488" y="147201"/>
                  <a:pt x="30285" y="149476"/>
                </a:cubicBezTo>
                <a:lnTo>
                  <a:pt x="27226" y="160814"/>
                </a:lnTo>
                <a:cubicBezTo>
                  <a:pt x="24033" y="156474"/>
                  <a:pt x="9770" y="137221"/>
                  <a:pt x="0" y="125730"/>
                </a:cubicBezTo>
                <a:lnTo>
                  <a:pt x="0" y="127279"/>
                </a:lnTo>
                <a:cubicBezTo>
                  <a:pt x="8240" y="137106"/>
                  <a:pt x="19808" y="152440"/>
                  <a:pt x="26901" y="162076"/>
                </a:cubicBezTo>
                <a:lnTo>
                  <a:pt x="22274" y="179188"/>
                </a:lnTo>
                <a:cubicBezTo>
                  <a:pt x="18909" y="167315"/>
                  <a:pt x="6807" y="152478"/>
                  <a:pt x="0" y="144792"/>
                </a:cubicBezTo>
                <a:lnTo>
                  <a:pt x="0" y="146379"/>
                </a:lnTo>
                <a:cubicBezTo>
                  <a:pt x="7227" y="154658"/>
                  <a:pt x="19349" y="169877"/>
                  <a:pt x="21739" y="181215"/>
                </a:cubicBezTo>
                <a:lnTo>
                  <a:pt x="16137" y="201979"/>
                </a:lnTo>
                <a:cubicBezTo>
                  <a:pt x="13957" y="196491"/>
                  <a:pt x="6137" y="177066"/>
                  <a:pt x="0" y="164600"/>
                </a:cubicBezTo>
                <a:lnTo>
                  <a:pt x="0" y="166933"/>
                </a:lnTo>
                <a:cubicBezTo>
                  <a:pt x="6654" y="180813"/>
                  <a:pt x="14894" y="201596"/>
                  <a:pt x="15697" y="203623"/>
                </a:cubicBezTo>
                <a:lnTo>
                  <a:pt x="14206" y="209129"/>
                </a:lnTo>
                <a:lnTo>
                  <a:pt x="15257" y="209129"/>
                </a:lnTo>
                <a:lnTo>
                  <a:pt x="16691" y="203872"/>
                </a:lnTo>
                <a:cubicBezTo>
                  <a:pt x="27570" y="192209"/>
                  <a:pt x="58085" y="191310"/>
                  <a:pt x="61985" y="191253"/>
                </a:cubicBezTo>
                <a:lnTo>
                  <a:pt x="65637" y="209129"/>
                </a:lnTo>
                <a:lnTo>
                  <a:pt x="66670" y="209129"/>
                </a:lnTo>
                <a:close/>
                <a:moveTo>
                  <a:pt x="22504" y="54510"/>
                </a:moveTo>
                <a:cubicBezTo>
                  <a:pt x="25066" y="60284"/>
                  <a:pt x="27742" y="66249"/>
                  <a:pt x="30496" y="72310"/>
                </a:cubicBezTo>
                <a:cubicBezTo>
                  <a:pt x="30496" y="72348"/>
                  <a:pt x="30496" y="72387"/>
                  <a:pt x="30496" y="72425"/>
                </a:cubicBezTo>
                <a:cubicBezTo>
                  <a:pt x="30629" y="73075"/>
                  <a:pt x="30706" y="73725"/>
                  <a:pt x="30763" y="74375"/>
                </a:cubicBezTo>
                <a:cubicBezTo>
                  <a:pt x="28526" y="74318"/>
                  <a:pt x="20324" y="74126"/>
                  <a:pt x="14798" y="74604"/>
                </a:cubicBezTo>
                <a:cubicBezTo>
                  <a:pt x="18966" y="69021"/>
                  <a:pt x="21624" y="58410"/>
                  <a:pt x="22504" y="54510"/>
                </a:cubicBezTo>
                <a:close/>
                <a:moveTo>
                  <a:pt x="66975" y="148788"/>
                </a:moveTo>
                <a:cubicBezTo>
                  <a:pt x="68620" y="152058"/>
                  <a:pt x="70283" y="155308"/>
                  <a:pt x="71946" y="158539"/>
                </a:cubicBezTo>
                <a:cubicBezTo>
                  <a:pt x="66211" y="162191"/>
                  <a:pt x="62540" y="176741"/>
                  <a:pt x="61278" y="182630"/>
                </a:cubicBezTo>
                <a:lnTo>
                  <a:pt x="60456" y="178653"/>
                </a:lnTo>
                <a:cubicBezTo>
                  <a:pt x="60456" y="178653"/>
                  <a:pt x="60456" y="178653"/>
                  <a:pt x="60456" y="178653"/>
                </a:cubicBezTo>
                <a:lnTo>
                  <a:pt x="56249" y="157966"/>
                </a:lnTo>
                <a:cubicBezTo>
                  <a:pt x="58257" y="155002"/>
                  <a:pt x="63763" y="148081"/>
                  <a:pt x="66975" y="148788"/>
                </a:cubicBezTo>
                <a:close/>
                <a:moveTo>
                  <a:pt x="55217" y="158004"/>
                </a:moveTo>
                <a:lnTo>
                  <a:pt x="56976" y="166646"/>
                </a:lnTo>
                <a:cubicBezTo>
                  <a:pt x="55198" y="165575"/>
                  <a:pt x="51297" y="163281"/>
                  <a:pt x="46804" y="160948"/>
                </a:cubicBezTo>
                <a:cubicBezTo>
                  <a:pt x="45906" y="155327"/>
                  <a:pt x="43057" y="142402"/>
                  <a:pt x="41872" y="137125"/>
                </a:cubicBezTo>
                <a:cubicBezTo>
                  <a:pt x="46881" y="143760"/>
                  <a:pt x="53458" y="153052"/>
                  <a:pt x="55217" y="158004"/>
                </a:cubicBezTo>
                <a:close/>
                <a:moveTo>
                  <a:pt x="36881" y="128980"/>
                </a:moveTo>
                <a:lnTo>
                  <a:pt x="38640" y="122403"/>
                </a:lnTo>
                <a:cubicBezTo>
                  <a:pt x="44395" y="123302"/>
                  <a:pt x="49864" y="133187"/>
                  <a:pt x="50322" y="134047"/>
                </a:cubicBezTo>
                <a:lnTo>
                  <a:pt x="54337" y="153740"/>
                </a:lnTo>
                <a:cubicBezTo>
                  <a:pt x="49462" y="144792"/>
                  <a:pt x="38411" y="130892"/>
                  <a:pt x="36881" y="128980"/>
                </a:cubicBezTo>
                <a:close/>
                <a:moveTo>
                  <a:pt x="60800" y="136456"/>
                </a:moveTo>
                <a:cubicBezTo>
                  <a:pt x="62674" y="140223"/>
                  <a:pt x="64547" y="143989"/>
                  <a:pt x="66440" y="147717"/>
                </a:cubicBezTo>
                <a:cubicBezTo>
                  <a:pt x="62635" y="147794"/>
                  <a:pt x="57798" y="154027"/>
                  <a:pt x="55963" y="156589"/>
                </a:cubicBezTo>
                <a:lnTo>
                  <a:pt x="51393" y="134181"/>
                </a:lnTo>
                <a:cubicBezTo>
                  <a:pt x="55695" y="132192"/>
                  <a:pt x="60704" y="136380"/>
                  <a:pt x="60762" y="136418"/>
                </a:cubicBezTo>
                <a:cubicBezTo>
                  <a:pt x="60781" y="136437"/>
                  <a:pt x="60781" y="136437"/>
                  <a:pt x="60800" y="136456"/>
                </a:cubicBezTo>
                <a:close/>
                <a:moveTo>
                  <a:pt x="59863" y="134525"/>
                </a:moveTo>
                <a:cubicBezTo>
                  <a:pt x="57913" y="133320"/>
                  <a:pt x="54471" y="131753"/>
                  <a:pt x="51183" y="133148"/>
                </a:cubicBezTo>
                <a:lnTo>
                  <a:pt x="45313" y="104335"/>
                </a:lnTo>
                <a:cubicBezTo>
                  <a:pt x="50036" y="114354"/>
                  <a:pt x="54892" y="124468"/>
                  <a:pt x="59863" y="134525"/>
                </a:cubicBezTo>
                <a:close/>
                <a:moveTo>
                  <a:pt x="49711" y="131007"/>
                </a:moveTo>
                <a:cubicBezTo>
                  <a:pt x="47550" y="127661"/>
                  <a:pt x="43439" y="122212"/>
                  <a:pt x="38908" y="121428"/>
                </a:cubicBezTo>
                <a:lnTo>
                  <a:pt x="43956" y="102767"/>
                </a:lnTo>
                <a:close/>
                <a:moveTo>
                  <a:pt x="38277" y="119860"/>
                </a:moveTo>
                <a:cubicBezTo>
                  <a:pt x="37206" y="116132"/>
                  <a:pt x="34453" y="107911"/>
                  <a:pt x="30247" y="105502"/>
                </a:cubicBezTo>
                <a:lnTo>
                  <a:pt x="43286" y="101314"/>
                </a:lnTo>
                <a:close/>
                <a:moveTo>
                  <a:pt x="29348" y="104718"/>
                </a:moveTo>
                <a:cubicBezTo>
                  <a:pt x="29540" y="102175"/>
                  <a:pt x="29960" y="94737"/>
                  <a:pt x="28794" y="90932"/>
                </a:cubicBezTo>
                <a:lnTo>
                  <a:pt x="42866" y="100378"/>
                </a:lnTo>
                <a:close/>
                <a:moveTo>
                  <a:pt x="42885" y="99173"/>
                </a:moveTo>
                <a:lnTo>
                  <a:pt x="28010" y="89173"/>
                </a:lnTo>
                <a:cubicBezTo>
                  <a:pt x="29023" y="87663"/>
                  <a:pt x="32140" y="82329"/>
                  <a:pt x="31834" y="75254"/>
                </a:cubicBezTo>
                <a:cubicBezTo>
                  <a:pt x="35390" y="83074"/>
                  <a:pt x="39080" y="91066"/>
                  <a:pt x="42885" y="99173"/>
                </a:cubicBezTo>
                <a:close/>
                <a:moveTo>
                  <a:pt x="11051" y="77797"/>
                </a:moveTo>
                <a:cubicBezTo>
                  <a:pt x="12141" y="77319"/>
                  <a:pt x="13116" y="76612"/>
                  <a:pt x="13900" y="75713"/>
                </a:cubicBezTo>
                <a:cubicBezTo>
                  <a:pt x="19368" y="75121"/>
                  <a:pt x="28603" y="75331"/>
                  <a:pt x="30801" y="75388"/>
                </a:cubicBezTo>
                <a:cubicBezTo>
                  <a:pt x="31050" y="82061"/>
                  <a:pt x="28086" y="87185"/>
                  <a:pt x="27150" y="88600"/>
                </a:cubicBezTo>
                <a:close/>
                <a:moveTo>
                  <a:pt x="10841" y="78887"/>
                </a:moveTo>
                <a:lnTo>
                  <a:pt x="27016" y="89728"/>
                </a:lnTo>
                <a:cubicBezTo>
                  <a:pt x="28794" y="90932"/>
                  <a:pt x="28737" y="99613"/>
                  <a:pt x="28297" y="105062"/>
                </a:cubicBezTo>
                <a:lnTo>
                  <a:pt x="18412" y="108236"/>
                </a:lnTo>
                <a:cubicBezTo>
                  <a:pt x="18775" y="101678"/>
                  <a:pt x="12714" y="84126"/>
                  <a:pt x="10841" y="78887"/>
                </a:cubicBezTo>
                <a:close/>
                <a:moveTo>
                  <a:pt x="28775" y="105980"/>
                </a:moveTo>
                <a:cubicBezTo>
                  <a:pt x="34052" y="107452"/>
                  <a:pt x="37417" y="120472"/>
                  <a:pt x="37742" y="121830"/>
                </a:cubicBezTo>
                <a:lnTo>
                  <a:pt x="36193" y="127565"/>
                </a:lnTo>
                <a:cubicBezTo>
                  <a:pt x="32981" y="121371"/>
                  <a:pt x="21815" y="111677"/>
                  <a:pt x="18852" y="109153"/>
                </a:cubicBezTo>
                <a:close/>
                <a:moveTo>
                  <a:pt x="7361" y="112843"/>
                </a:moveTo>
                <a:lnTo>
                  <a:pt x="17705" y="109536"/>
                </a:lnTo>
                <a:cubicBezTo>
                  <a:pt x="19597" y="111123"/>
                  <a:pt x="33555" y="123015"/>
                  <a:pt x="35792" y="129133"/>
                </a:cubicBezTo>
                <a:lnTo>
                  <a:pt x="34281" y="134678"/>
                </a:lnTo>
                <a:cubicBezTo>
                  <a:pt x="29501" y="126896"/>
                  <a:pt x="11720" y="115558"/>
                  <a:pt x="7361" y="112843"/>
                </a:cubicBezTo>
                <a:close/>
                <a:moveTo>
                  <a:pt x="36556" y="130204"/>
                </a:moveTo>
                <a:cubicBezTo>
                  <a:pt x="37302" y="131160"/>
                  <a:pt x="38698" y="132919"/>
                  <a:pt x="40399" y="135156"/>
                </a:cubicBezTo>
                <a:cubicBezTo>
                  <a:pt x="40724" y="136647"/>
                  <a:pt x="44453" y="153109"/>
                  <a:pt x="45676" y="160355"/>
                </a:cubicBezTo>
                <a:cubicBezTo>
                  <a:pt x="40227" y="157583"/>
                  <a:pt x="34128" y="154926"/>
                  <a:pt x="30018" y="154448"/>
                </a:cubicBezTo>
                <a:close/>
                <a:moveTo>
                  <a:pt x="28067" y="161617"/>
                </a:moveTo>
                <a:lnTo>
                  <a:pt x="29750" y="155442"/>
                </a:lnTo>
                <a:cubicBezTo>
                  <a:pt x="37895" y="156302"/>
                  <a:pt x="55313" y="166837"/>
                  <a:pt x="57244" y="168022"/>
                </a:cubicBezTo>
                <a:lnTo>
                  <a:pt x="59232" y="177716"/>
                </a:lnTo>
                <a:cubicBezTo>
                  <a:pt x="54701" y="174963"/>
                  <a:pt x="36308" y="163912"/>
                  <a:pt x="28067" y="161617"/>
                </a:cubicBezTo>
                <a:close/>
                <a:moveTo>
                  <a:pt x="27819" y="162592"/>
                </a:moveTo>
                <a:cubicBezTo>
                  <a:pt x="36461" y="165040"/>
                  <a:pt x="57397" y="177792"/>
                  <a:pt x="59519" y="179093"/>
                </a:cubicBezTo>
                <a:lnTo>
                  <a:pt x="60551" y="184236"/>
                </a:lnTo>
                <a:cubicBezTo>
                  <a:pt x="49194" y="178653"/>
                  <a:pt x="27283" y="180259"/>
                  <a:pt x="22943" y="180641"/>
                </a:cubicBezTo>
                <a:close/>
                <a:moveTo>
                  <a:pt x="17208" y="201940"/>
                </a:moveTo>
                <a:lnTo>
                  <a:pt x="22657" y="181693"/>
                </a:lnTo>
                <a:cubicBezTo>
                  <a:pt x="25830" y="181406"/>
                  <a:pt x="49749" y="179494"/>
                  <a:pt x="60819" y="185517"/>
                </a:cubicBezTo>
                <a:lnTo>
                  <a:pt x="61775" y="190220"/>
                </a:lnTo>
                <a:cubicBezTo>
                  <a:pt x="57110" y="190297"/>
                  <a:pt x="29176" y="191195"/>
                  <a:pt x="17208" y="201940"/>
                </a:cubicBezTo>
                <a:close/>
                <a:moveTo>
                  <a:pt x="61794" y="185173"/>
                </a:moveTo>
                <a:cubicBezTo>
                  <a:pt x="62081" y="183643"/>
                  <a:pt x="65981" y="163663"/>
                  <a:pt x="72405" y="159457"/>
                </a:cubicBezTo>
                <a:cubicBezTo>
                  <a:pt x="76306" y="167009"/>
                  <a:pt x="80244" y="174466"/>
                  <a:pt x="84164" y="181693"/>
                </a:cubicBezTo>
                <a:cubicBezTo>
                  <a:pt x="81028" y="182362"/>
                  <a:pt x="67052" y="185861"/>
                  <a:pt x="64127" y="196644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30"/>
          <p:cNvSpPr/>
          <p:nvPr/>
        </p:nvSpPr>
        <p:spPr>
          <a:xfrm flipH="1">
            <a:off x="7517356" y="0"/>
            <a:ext cx="1626843" cy="1224561"/>
          </a:xfrm>
          <a:custGeom>
            <a:avLst/>
            <a:gdLst/>
            <a:ahLst/>
            <a:cxnLst/>
            <a:rect l="l" t="t" r="r" b="b"/>
            <a:pathLst>
              <a:path w="285036" h="214553" extrusionOk="0">
                <a:moveTo>
                  <a:pt x="191519" y="49973"/>
                </a:moveTo>
                <a:cubicBezTo>
                  <a:pt x="190560" y="50910"/>
                  <a:pt x="177972" y="63788"/>
                  <a:pt x="174021" y="77470"/>
                </a:cubicBezTo>
                <a:cubicBezTo>
                  <a:pt x="170450" y="89768"/>
                  <a:pt x="169446" y="115903"/>
                  <a:pt x="169223" y="122978"/>
                </a:cubicBezTo>
                <a:lnTo>
                  <a:pt x="169223" y="132397"/>
                </a:lnTo>
                <a:cubicBezTo>
                  <a:pt x="169223" y="133156"/>
                  <a:pt x="168084" y="133156"/>
                  <a:pt x="168084" y="132397"/>
                </a:cubicBezTo>
                <a:lnTo>
                  <a:pt x="168084" y="125009"/>
                </a:lnTo>
                <a:cubicBezTo>
                  <a:pt x="168040" y="124920"/>
                  <a:pt x="168017" y="124853"/>
                  <a:pt x="168040" y="124764"/>
                </a:cubicBezTo>
                <a:cubicBezTo>
                  <a:pt x="168040" y="124719"/>
                  <a:pt x="168040" y="124049"/>
                  <a:pt x="168084" y="122956"/>
                </a:cubicBezTo>
                <a:lnTo>
                  <a:pt x="168084" y="85728"/>
                </a:lnTo>
                <a:cubicBezTo>
                  <a:pt x="164603" y="71109"/>
                  <a:pt x="155742" y="69859"/>
                  <a:pt x="154470" y="69747"/>
                </a:cubicBezTo>
                <a:lnTo>
                  <a:pt x="99520" y="99097"/>
                </a:lnTo>
                <a:lnTo>
                  <a:pt x="70483" y="132776"/>
                </a:lnTo>
                <a:cubicBezTo>
                  <a:pt x="70483" y="132776"/>
                  <a:pt x="70483" y="132776"/>
                  <a:pt x="70483" y="132776"/>
                </a:cubicBezTo>
                <a:lnTo>
                  <a:pt x="69300" y="134160"/>
                </a:lnTo>
                <a:cubicBezTo>
                  <a:pt x="68854" y="135544"/>
                  <a:pt x="63765" y="151457"/>
                  <a:pt x="63765" y="162125"/>
                </a:cubicBezTo>
                <a:lnTo>
                  <a:pt x="63765" y="183909"/>
                </a:lnTo>
                <a:cubicBezTo>
                  <a:pt x="63765" y="184668"/>
                  <a:pt x="62605" y="184668"/>
                  <a:pt x="62605" y="183909"/>
                </a:cubicBezTo>
                <a:lnTo>
                  <a:pt x="62605" y="154894"/>
                </a:lnTo>
                <a:cubicBezTo>
                  <a:pt x="61734" y="148020"/>
                  <a:pt x="58833" y="147306"/>
                  <a:pt x="58007" y="147239"/>
                </a:cubicBezTo>
                <a:lnTo>
                  <a:pt x="28256" y="181766"/>
                </a:lnTo>
                <a:cubicBezTo>
                  <a:pt x="27943" y="182369"/>
                  <a:pt x="24261" y="189979"/>
                  <a:pt x="23971" y="197055"/>
                </a:cubicBezTo>
                <a:lnTo>
                  <a:pt x="23971" y="213481"/>
                </a:lnTo>
                <a:cubicBezTo>
                  <a:pt x="23971" y="213794"/>
                  <a:pt x="23725" y="214039"/>
                  <a:pt x="23413" y="214039"/>
                </a:cubicBezTo>
                <a:lnTo>
                  <a:pt x="23413" y="214039"/>
                </a:lnTo>
                <a:cubicBezTo>
                  <a:pt x="23100" y="214039"/>
                  <a:pt x="22855" y="213794"/>
                  <a:pt x="22832" y="213481"/>
                </a:cubicBezTo>
                <a:cubicBezTo>
                  <a:pt x="22832" y="213392"/>
                  <a:pt x="22564" y="204531"/>
                  <a:pt x="22832" y="197032"/>
                </a:cubicBezTo>
                <a:lnTo>
                  <a:pt x="22832" y="188060"/>
                </a:lnTo>
                <a:lnTo>
                  <a:pt x="0" y="214553"/>
                </a:lnTo>
                <a:lnTo>
                  <a:pt x="0" y="212789"/>
                </a:lnTo>
                <a:lnTo>
                  <a:pt x="30756" y="177124"/>
                </a:lnTo>
                <a:cubicBezTo>
                  <a:pt x="32095" y="137396"/>
                  <a:pt x="7499" y="117220"/>
                  <a:pt x="5178" y="115412"/>
                </a:cubicBezTo>
                <a:lnTo>
                  <a:pt x="0" y="116305"/>
                </a:lnTo>
                <a:lnTo>
                  <a:pt x="0" y="115144"/>
                </a:lnTo>
                <a:lnTo>
                  <a:pt x="5245" y="114251"/>
                </a:lnTo>
                <a:lnTo>
                  <a:pt x="5245" y="114251"/>
                </a:lnTo>
                <a:lnTo>
                  <a:pt x="15891" y="112399"/>
                </a:lnTo>
                <a:cubicBezTo>
                  <a:pt x="16739" y="110747"/>
                  <a:pt x="21181" y="100726"/>
                  <a:pt x="10066" y="89388"/>
                </a:cubicBezTo>
                <a:lnTo>
                  <a:pt x="0" y="88272"/>
                </a:lnTo>
                <a:lnTo>
                  <a:pt x="0" y="87134"/>
                </a:lnTo>
                <a:cubicBezTo>
                  <a:pt x="1473" y="86866"/>
                  <a:pt x="30465" y="81376"/>
                  <a:pt x="41603" y="39528"/>
                </a:cubicBezTo>
                <a:lnTo>
                  <a:pt x="3683" y="1"/>
                </a:lnTo>
                <a:lnTo>
                  <a:pt x="5267" y="1"/>
                </a:lnTo>
                <a:lnTo>
                  <a:pt x="37407" y="33479"/>
                </a:lnTo>
                <a:cubicBezTo>
                  <a:pt x="37875" y="33792"/>
                  <a:pt x="46736" y="39505"/>
                  <a:pt x="58699" y="36894"/>
                </a:cubicBezTo>
                <a:cubicBezTo>
                  <a:pt x="70015" y="34439"/>
                  <a:pt x="80371" y="25534"/>
                  <a:pt x="89499" y="10468"/>
                </a:cubicBezTo>
                <a:lnTo>
                  <a:pt x="88406" y="1"/>
                </a:lnTo>
                <a:lnTo>
                  <a:pt x="89566" y="1"/>
                </a:lnTo>
                <a:lnTo>
                  <a:pt x="90637" y="10446"/>
                </a:lnTo>
                <a:cubicBezTo>
                  <a:pt x="91374" y="11741"/>
                  <a:pt x="100324" y="27118"/>
                  <a:pt x="117085" y="31917"/>
                </a:cubicBezTo>
                <a:cubicBezTo>
                  <a:pt x="128245" y="35109"/>
                  <a:pt x="140431" y="33011"/>
                  <a:pt x="153287" y="25668"/>
                </a:cubicBezTo>
                <a:lnTo>
                  <a:pt x="172570" y="1"/>
                </a:lnTo>
                <a:lnTo>
                  <a:pt x="173999" y="1"/>
                </a:lnTo>
                <a:lnTo>
                  <a:pt x="164469" y="12678"/>
                </a:lnTo>
                <a:cubicBezTo>
                  <a:pt x="166745" y="19932"/>
                  <a:pt x="171231" y="25333"/>
                  <a:pt x="177838" y="28725"/>
                </a:cubicBezTo>
                <a:cubicBezTo>
                  <a:pt x="197144" y="38724"/>
                  <a:pt x="228613" y="28636"/>
                  <a:pt x="229618" y="28324"/>
                </a:cubicBezTo>
                <a:lnTo>
                  <a:pt x="282625" y="1"/>
                </a:lnTo>
                <a:lnTo>
                  <a:pt x="285036" y="1"/>
                </a:lnTo>
                <a:close/>
                <a:moveTo>
                  <a:pt x="23971" y="186721"/>
                </a:moveTo>
                <a:lnTo>
                  <a:pt x="23971" y="189957"/>
                </a:lnTo>
                <a:cubicBezTo>
                  <a:pt x="24462" y="188172"/>
                  <a:pt x="25042" y="186431"/>
                  <a:pt x="25711" y="184712"/>
                </a:cubicBezTo>
                <a:close/>
                <a:moveTo>
                  <a:pt x="169223" y="102155"/>
                </a:moveTo>
                <a:cubicBezTo>
                  <a:pt x="169959" y="93115"/>
                  <a:pt x="171120" y="83384"/>
                  <a:pt x="172928" y="77157"/>
                </a:cubicBezTo>
                <a:cubicBezTo>
                  <a:pt x="176030" y="66422"/>
                  <a:pt x="184310" y="56200"/>
                  <a:pt x="188395" y="51625"/>
                </a:cubicBezTo>
                <a:lnTo>
                  <a:pt x="169223" y="61869"/>
                </a:lnTo>
                <a:lnTo>
                  <a:pt x="169223" y="102155"/>
                </a:lnTo>
                <a:close/>
                <a:moveTo>
                  <a:pt x="185806" y="51714"/>
                </a:moveTo>
                <a:cubicBezTo>
                  <a:pt x="167549" y="55731"/>
                  <a:pt x="141659" y="48768"/>
                  <a:pt x="138110" y="47786"/>
                </a:cubicBezTo>
                <a:lnTo>
                  <a:pt x="134316" y="52807"/>
                </a:lnTo>
                <a:cubicBezTo>
                  <a:pt x="141748" y="59771"/>
                  <a:pt x="165227" y="61445"/>
                  <a:pt x="167325" y="61579"/>
                </a:cubicBezTo>
                <a:close/>
                <a:moveTo>
                  <a:pt x="35130" y="109096"/>
                </a:moveTo>
                <a:lnTo>
                  <a:pt x="51066" y="106350"/>
                </a:lnTo>
                <a:cubicBezTo>
                  <a:pt x="51557" y="100592"/>
                  <a:pt x="44102" y="93941"/>
                  <a:pt x="43031" y="93026"/>
                </a:cubicBezTo>
                <a:lnTo>
                  <a:pt x="28033" y="91374"/>
                </a:lnTo>
                <a:cubicBezTo>
                  <a:pt x="30131" y="93472"/>
                  <a:pt x="36291" y="100458"/>
                  <a:pt x="35130" y="109096"/>
                </a:cubicBezTo>
                <a:close/>
                <a:moveTo>
                  <a:pt x="78273" y="101664"/>
                </a:moveTo>
                <a:lnTo>
                  <a:pt x="95057" y="98762"/>
                </a:lnTo>
                <a:lnTo>
                  <a:pt x="77112" y="96776"/>
                </a:lnTo>
                <a:cubicBezTo>
                  <a:pt x="77692" y="97959"/>
                  <a:pt x="78474" y="99967"/>
                  <a:pt x="78273" y="101664"/>
                </a:cubicBezTo>
                <a:close/>
                <a:moveTo>
                  <a:pt x="122933" y="66043"/>
                </a:moveTo>
                <a:cubicBezTo>
                  <a:pt x="122933" y="65931"/>
                  <a:pt x="122911" y="65864"/>
                  <a:pt x="122911" y="65842"/>
                </a:cubicBezTo>
                <a:cubicBezTo>
                  <a:pt x="122888" y="65529"/>
                  <a:pt x="123134" y="65261"/>
                  <a:pt x="123446" y="65217"/>
                </a:cubicBezTo>
                <a:cubicBezTo>
                  <a:pt x="123469" y="65217"/>
                  <a:pt x="123513" y="65217"/>
                  <a:pt x="123558" y="65239"/>
                </a:cubicBezTo>
                <a:lnTo>
                  <a:pt x="125522" y="62605"/>
                </a:lnTo>
                <a:cubicBezTo>
                  <a:pt x="120835" y="62181"/>
                  <a:pt x="101909" y="60106"/>
                  <a:pt x="95235" y="55017"/>
                </a:cubicBezTo>
                <a:lnTo>
                  <a:pt x="95882" y="61289"/>
                </a:lnTo>
                <a:cubicBezTo>
                  <a:pt x="97088" y="62605"/>
                  <a:pt x="107734" y="73787"/>
                  <a:pt x="119496" y="70529"/>
                </a:cubicBezTo>
                <a:cubicBezTo>
                  <a:pt x="119518" y="70529"/>
                  <a:pt x="119541" y="70529"/>
                  <a:pt x="119563" y="70529"/>
                </a:cubicBezTo>
                <a:close/>
                <a:moveTo>
                  <a:pt x="119585" y="72426"/>
                </a:moveTo>
                <a:cubicBezTo>
                  <a:pt x="121862" y="74122"/>
                  <a:pt x="124785" y="75059"/>
                  <a:pt x="127754" y="75506"/>
                </a:cubicBezTo>
                <a:cubicBezTo>
                  <a:pt x="124875" y="73296"/>
                  <a:pt x="123692" y="69725"/>
                  <a:pt x="123201" y="67583"/>
                </a:cubicBezTo>
                <a:close/>
                <a:moveTo>
                  <a:pt x="96061" y="63141"/>
                </a:moveTo>
                <a:lnTo>
                  <a:pt x="97512" y="77135"/>
                </a:lnTo>
                <a:cubicBezTo>
                  <a:pt x="98360" y="77961"/>
                  <a:pt x="103538" y="82759"/>
                  <a:pt x="110501" y="82581"/>
                </a:cubicBezTo>
                <a:lnTo>
                  <a:pt x="118514" y="71935"/>
                </a:lnTo>
                <a:cubicBezTo>
                  <a:pt x="108180" y="73988"/>
                  <a:pt x="99208" y="66266"/>
                  <a:pt x="96061" y="63141"/>
                </a:cubicBezTo>
                <a:close/>
                <a:moveTo>
                  <a:pt x="94856" y="62628"/>
                </a:moveTo>
                <a:cubicBezTo>
                  <a:pt x="91932" y="64927"/>
                  <a:pt x="81844" y="72069"/>
                  <a:pt x="72693" y="70261"/>
                </a:cubicBezTo>
                <a:lnTo>
                  <a:pt x="80192" y="78072"/>
                </a:lnTo>
                <a:cubicBezTo>
                  <a:pt x="83942" y="78876"/>
                  <a:pt x="93539" y="80148"/>
                  <a:pt x="96373" y="77180"/>
                </a:cubicBezTo>
                <a:close/>
                <a:moveTo>
                  <a:pt x="70952" y="70105"/>
                </a:moveTo>
                <a:cubicBezTo>
                  <a:pt x="68921" y="73430"/>
                  <a:pt x="59346" y="88116"/>
                  <a:pt x="46490" y="92267"/>
                </a:cubicBezTo>
                <a:lnTo>
                  <a:pt x="56958" y="93406"/>
                </a:lnTo>
                <a:cubicBezTo>
                  <a:pt x="63118" y="91151"/>
                  <a:pt x="78607" y="84344"/>
                  <a:pt x="79299" y="78787"/>
                </a:cubicBezTo>
                <a:close/>
                <a:moveTo>
                  <a:pt x="59413" y="93673"/>
                </a:moveTo>
                <a:lnTo>
                  <a:pt x="76063" y="95526"/>
                </a:lnTo>
                <a:cubicBezTo>
                  <a:pt x="80326" y="94388"/>
                  <a:pt x="85973" y="88786"/>
                  <a:pt x="87446" y="87268"/>
                </a:cubicBezTo>
                <a:lnTo>
                  <a:pt x="80259" y="79769"/>
                </a:lnTo>
                <a:cubicBezTo>
                  <a:pt x="78340" y="85616"/>
                  <a:pt x="64837" y="91531"/>
                  <a:pt x="59413" y="93673"/>
                </a:cubicBezTo>
                <a:close/>
                <a:moveTo>
                  <a:pt x="78496" y="95794"/>
                </a:moveTo>
                <a:lnTo>
                  <a:pt x="97646" y="97892"/>
                </a:lnTo>
                <a:lnTo>
                  <a:pt x="88249" y="88094"/>
                </a:lnTo>
                <a:cubicBezTo>
                  <a:pt x="86888" y="89500"/>
                  <a:pt x="82580" y="93785"/>
                  <a:pt x="78496" y="95794"/>
                </a:cubicBezTo>
                <a:close/>
                <a:moveTo>
                  <a:pt x="75751" y="96642"/>
                </a:moveTo>
                <a:lnTo>
                  <a:pt x="58074" y="94678"/>
                </a:lnTo>
                <a:cubicBezTo>
                  <a:pt x="59793" y="98316"/>
                  <a:pt x="58119" y="103204"/>
                  <a:pt x="57226" y="105279"/>
                </a:cubicBezTo>
                <a:lnTo>
                  <a:pt x="77067" y="101864"/>
                </a:lnTo>
                <a:cubicBezTo>
                  <a:pt x="77492" y="100280"/>
                  <a:pt x="76398" y="97780"/>
                  <a:pt x="75751" y="96642"/>
                </a:cubicBezTo>
                <a:close/>
                <a:moveTo>
                  <a:pt x="56668" y="94521"/>
                </a:moveTo>
                <a:lnTo>
                  <a:pt x="44995" y="93249"/>
                </a:lnTo>
                <a:cubicBezTo>
                  <a:pt x="47472" y="95593"/>
                  <a:pt x="52472" y="100994"/>
                  <a:pt x="52226" y="106150"/>
                </a:cubicBezTo>
                <a:lnTo>
                  <a:pt x="55864" y="105525"/>
                </a:lnTo>
                <a:cubicBezTo>
                  <a:pt x="56467" y="104253"/>
                  <a:pt x="59078" y="98159"/>
                  <a:pt x="56668" y="94544"/>
                </a:cubicBezTo>
                <a:close/>
                <a:moveTo>
                  <a:pt x="43254" y="91910"/>
                </a:moveTo>
                <a:cubicBezTo>
                  <a:pt x="57360" y="89388"/>
                  <a:pt x="68475" y="71957"/>
                  <a:pt x="70149" y="69234"/>
                </a:cubicBezTo>
                <a:lnTo>
                  <a:pt x="57337" y="55910"/>
                </a:lnTo>
                <a:cubicBezTo>
                  <a:pt x="56534" y="61512"/>
                  <a:pt x="51959" y="85192"/>
                  <a:pt x="32251" y="90683"/>
                </a:cubicBezTo>
                <a:close/>
                <a:moveTo>
                  <a:pt x="64323" y="61534"/>
                </a:moveTo>
                <a:cubicBezTo>
                  <a:pt x="66957" y="61244"/>
                  <a:pt x="88517" y="58432"/>
                  <a:pt x="93137" y="45978"/>
                </a:cubicBezTo>
                <a:lnTo>
                  <a:pt x="92222" y="36872"/>
                </a:lnTo>
                <a:cubicBezTo>
                  <a:pt x="88696" y="40755"/>
                  <a:pt x="75036" y="54593"/>
                  <a:pt x="58230" y="55196"/>
                </a:cubicBezTo>
                <a:close/>
                <a:moveTo>
                  <a:pt x="65328" y="62583"/>
                </a:moveTo>
                <a:lnTo>
                  <a:pt x="71175" y="68654"/>
                </a:lnTo>
                <a:cubicBezTo>
                  <a:pt x="80839" y="72046"/>
                  <a:pt x="92936" y="62717"/>
                  <a:pt x="94722" y="61266"/>
                </a:cubicBezTo>
                <a:lnTo>
                  <a:pt x="93383" y="48210"/>
                </a:lnTo>
                <a:cubicBezTo>
                  <a:pt x="87669" y="59034"/>
                  <a:pt x="70059" y="61980"/>
                  <a:pt x="65328" y="62583"/>
                </a:cubicBezTo>
                <a:close/>
                <a:moveTo>
                  <a:pt x="95057" y="53343"/>
                </a:moveTo>
                <a:cubicBezTo>
                  <a:pt x="100525" y="59057"/>
                  <a:pt x="123402" y="61266"/>
                  <a:pt x="126325" y="61534"/>
                </a:cubicBezTo>
                <a:lnTo>
                  <a:pt x="136235" y="48366"/>
                </a:lnTo>
                <a:cubicBezTo>
                  <a:pt x="123647" y="52116"/>
                  <a:pt x="98605" y="39349"/>
                  <a:pt x="93316" y="36537"/>
                </a:cubicBezTo>
                <a:close/>
                <a:moveTo>
                  <a:pt x="168084" y="81666"/>
                </a:moveTo>
                <a:lnTo>
                  <a:pt x="168084" y="62472"/>
                </a:lnTo>
                <a:lnTo>
                  <a:pt x="156099" y="68877"/>
                </a:lnTo>
                <a:cubicBezTo>
                  <a:pt x="158978" y="69614"/>
                  <a:pt x="164736" y="72247"/>
                  <a:pt x="168084" y="81666"/>
                </a:cubicBezTo>
                <a:close/>
                <a:moveTo>
                  <a:pt x="165428" y="62605"/>
                </a:moveTo>
                <a:cubicBezTo>
                  <a:pt x="159246" y="62092"/>
                  <a:pt x="140520" y="60061"/>
                  <a:pt x="133624" y="53722"/>
                </a:cubicBezTo>
                <a:lnTo>
                  <a:pt x="130053" y="58476"/>
                </a:lnTo>
                <a:cubicBezTo>
                  <a:pt x="131928" y="60262"/>
                  <a:pt x="141592" y="69078"/>
                  <a:pt x="151992" y="69770"/>
                </a:cubicBezTo>
                <a:close/>
                <a:moveTo>
                  <a:pt x="150207" y="70730"/>
                </a:moveTo>
                <a:cubicBezTo>
                  <a:pt x="140186" y="69279"/>
                  <a:pt x="131437" y="61400"/>
                  <a:pt x="129361" y="59391"/>
                </a:cubicBezTo>
                <a:lnTo>
                  <a:pt x="124138" y="66355"/>
                </a:lnTo>
                <a:cubicBezTo>
                  <a:pt x="124451" y="68252"/>
                  <a:pt x="125790" y="74144"/>
                  <a:pt x="130700" y="75818"/>
                </a:cubicBezTo>
                <a:cubicBezTo>
                  <a:pt x="134561" y="75997"/>
                  <a:pt x="138422" y="75729"/>
                  <a:pt x="142217" y="74992"/>
                </a:cubicBezTo>
                <a:close/>
                <a:moveTo>
                  <a:pt x="139092" y="76666"/>
                </a:moveTo>
                <a:cubicBezTo>
                  <a:pt x="137083" y="76912"/>
                  <a:pt x="135075" y="77046"/>
                  <a:pt x="133043" y="77046"/>
                </a:cubicBezTo>
                <a:cubicBezTo>
                  <a:pt x="128334" y="77046"/>
                  <a:pt x="122844" y="76265"/>
                  <a:pt x="118893" y="73318"/>
                </a:cubicBezTo>
                <a:lnTo>
                  <a:pt x="116483" y="76532"/>
                </a:lnTo>
                <a:cubicBezTo>
                  <a:pt x="117108" y="77805"/>
                  <a:pt x="119741" y="82759"/>
                  <a:pt x="123513" y="84991"/>
                </a:cubicBezTo>
                <a:close/>
                <a:moveTo>
                  <a:pt x="114340" y="89879"/>
                </a:moveTo>
                <a:lnTo>
                  <a:pt x="122330" y="85616"/>
                </a:lnTo>
                <a:cubicBezTo>
                  <a:pt x="118983" y="83340"/>
                  <a:pt x="116639" y="79300"/>
                  <a:pt x="115724" y="77559"/>
                </a:cubicBezTo>
                <a:lnTo>
                  <a:pt x="111394" y="83295"/>
                </a:lnTo>
                <a:cubicBezTo>
                  <a:pt x="111573" y="84322"/>
                  <a:pt x="112443" y="88384"/>
                  <a:pt x="114340" y="89879"/>
                </a:cubicBezTo>
                <a:close/>
                <a:moveTo>
                  <a:pt x="113247" y="90459"/>
                </a:moveTo>
                <a:cubicBezTo>
                  <a:pt x="111707" y="88919"/>
                  <a:pt x="110858" y="86152"/>
                  <a:pt x="110479" y="84523"/>
                </a:cubicBezTo>
                <a:lnTo>
                  <a:pt x="101172" y="96910"/>
                </a:lnTo>
                <a:close/>
                <a:moveTo>
                  <a:pt x="99565" y="97133"/>
                </a:moveTo>
                <a:lnTo>
                  <a:pt x="109653" y="83719"/>
                </a:lnTo>
                <a:cubicBezTo>
                  <a:pt x="103984" y="83563"/>
                  <a:pt x="99654" y="80528"/>
                  <a:pt x="97690" y="78854"/>
                </a:cubicBezTo>
                <a:close/>
                <a:moveTo>
                  <a:pt x="96507" y="78563"/>
                </a:moveTo>
                <a:cubicBezTo>
                  <a:pt x="92959" y="81063"/>
                  <a:pt x="85102" y="80103"/>
                  <a:pt x="81554" y="79501"/>
                </a:cubicBezTo>
                <a:lnTo>
                  <a:pt x="98404" y="97044"/>
                </a:lnTo>
                <a:close/>
                <a:moveTo>
                  <a:pt x="97668" y="99476"/>
                </a:moveTo>
                <a:lnTo>
                  <a:pt x="86040" y="101485"/>
                </a:lnTo>
                <a:cubicBezTo>
                  <a:pt x="86553" y="103047"/>
                  <a:pt x="87781" y="107176"/>
                  <a:pt x="87446" y="111350"/>
                </a:cubicBezTo>
                <a:close/>
                <a:moveTo>
                  <a:pt x="86084" y="112935"/>
                </a:moveTo>
                <a:cubicBezTo>
                  <a:pt x="86999" y="108359"/>
                  <a:pt x="85392" y="103181"/>
                  <a:pt x="84879" y="101686"/>
                </a:cubicBezTo>
                <a:lnTo>
                  <a:pt x="78518" y="102779"/>
                </a:lnTo>
                <a:cubicBezTo>
                  <a:pt x="79835" y="104766"/>
                  <a:pt x="83183" y="110390"/>
                  <a:pt x="82915" y="116617"/>
                </a:cubicBezTo>
                <a:close/>
                <a:moveTo>
                  <a:pt x="81621" y="118090"/>
                </a:moveTo>
                <a:cubicBezTo>
                  <a:pt x="82670" y="111194"/>
                  <a:pt x="78250" y="104386"/>
                  <a:pt x="77268" y="102980"/>
                </a:cubicBezTo>
                <a:lnTo>
                  <a:pt x="64279" y="105235"/>
                </a:lnTo>
                <a:cubicBezTo>
                  <a:pt x="66801" y="108136"/>
                  <a:pt x="75461" y="118380"/>
                  <a:pt x="76956" y="123491"/>
                </a:cubicBezTo>
                <a:close/>
                <a:moveTo>
                  <a:pt x="76018" y="124585"/>
                </a:moveTo>
                <a:cubicBezTo>
                  <a:pt x="75661" y="120635"/>
                  <a:pt x="66711" y="109698"/>
                  <a:pt x="62962" y="105458"/>
                </a:cubicBezTo>
                <a:lnTo>
                  <a:pt x="52695" y="107221"/>
                </a:lnTo>
                <a:cubicBezTo>
                  <a:pt x="53186" y="107801"/>
                  <a:pt x="53900" y="108649"/>
                  <a:pt x="54726" y="109721"/>
                </a:cubicBezTo>
                <a:cubicBezTo>
                  <a:pt x="60551" y="112421"/>
                  <a:pt x="68363" y="127687"/>
                  <a:pt x="70193" y="131370"/>
                </a:cubicBezTo>
                <a:close/>
                <a:moveTo>
                  <a:pt x="68363" y="133490"/>
                </a:moveTo>
                <a:lnTo>
                  <a:pt x="69367" y="132307"/>
                </a:lnTo>
                <a:cubicBezTo>
                  <a:pt x="68318" y="130165"/>
                  <a:pt x="62292" y="118113"/>
                  <a:pt x="57025" y="112845"/>
                </a:cubicBezTo>
                <a:cubicBezTo>
                  <a:pt x="61221" y="118916"/>
                  <a:pt x="66377" y="128335"/>
                  <a:pt x="65372" y="136972"/>
                </a:cubicBezTo>
                <a:lnTo>
                  <a:pt x="68363" y="133490"/>
                </a:lnTo>
                <a:close/>
                <a:moveTo>
                  <a:pt x="63765" y="151390"/>
                </a:moveTo>
                <a:cubicBezTo>
                  <a:pt x="64725" y="146301"/>
                  <a:pt x="65953" y="141280"/>
                  <a:pt x="67426" y="136325"/>
                </a:cubicBezTo>
                <a:lnTo>
                  <a:pt x="63765" y="140588"/>
                </a:lnTo>
                <a:close/>
                <a:moveTo>
                  <a:pt x="62605" y="150207"/>
                </a:moveTo>
                <a:lnTo>
                  <a:pt x="62605" y="141905"/>
                </a:lnTo>
                <a:lnTo>
                  <a:pt x="58877" y="146257"/>
                </a:lnTo>
                <a:cubicBezTo>
                  <a:pt x="59926" y="146569"/>
                  <a:pt x="61489" y="147507"/>
                  <a:pt x="62605" y="150207"/>
                </a:cubicBezTo>
                <a:close/>
                <a:moveTo>
                  <a:pt x="58833" y="144538"/>
                </a:moveTo>
                <a:lnTo>
                  <a:pt x="63922" y="138646"/>
                </a:lnTo>
                <a:cubicBezTo>
                  <a:pt x="66935" y="125813"/>
                  <a:pt x="53231" y="109587"/>
                  <a:pt x="51378" y="107444"/>
                </a:cubicBezTo>
                <a:lnTo>
                  <a:pt x="34148" y="110413"/>
                </a:lnTo>
                <a:cubicBezTo>
                  <a:pt x="48611" y="117956"/>
                  <a:pt x="57092" y="139673"/>
                  <a:pt x="58833" y="144538"/>
                </a:cubicBezTo>
                <a:close/>
                <a:moveTo>
                  <a:pt x="57985" y="145520"/>
                </a:moveTo>
                <a:cubicBezTo>
                  <a:pt x="56936" y="142552"/>
                  <a:pt x="47740" y="117599"/>
                  <a:pt x="32206" y="110747"/>
                </a:cubicBezTo>
                <a:lnTo>
                  <a:pt x="18480" y="113113"/>
                </a:lnTo>
                <a:cubicBezTo>
                  <a:pt x="25801" y="115970"/>
                  <a:pt x="50262" y="127486"/>
                  <a:pt x="51222" y="153376"/>
                </a:cubicBezTo>
                <a:close/>
                <a:moveTo>
                  <a:pt x="6673" y="115144"/>
                </a:moveTo>
                <a:cubicBezTo>
                  <a:pt x="11539" y="119251"/>
                  <a:pt x="32608" y="139159"/>
                  <a:pt x="31916" y="175785"/>
                </a:cubicBezTo>
                <a:lnTo>
                  <a:pt x="50128" y="154649"/>
                </a:lnTo>
                <a:cubicBezTo>
                  <a:pt x="49928" y="125165"/>
                  <a:pt x="18480" y="114251"/>
                  <a:pt x="16226" y="113515"/>
                </a:cubicBezTo>
                <a:close/>
                <a:moveTo>
                  <a:pt x="17253" y="112176"/>
                </a:moveTo>
                <a:lnTo>
                  <a:pt x="34840" y="109140"/>
                </a:lnTo>
                <a:lnTo>
                  <a:pt x="27586" y="91330"/>
                </a:lnTo>
                <a:lnTo>
                  <a:pt x="11829" y="89589"/>
                </a:lnTo>
                <a:cubicBezTo>
                  <a:pt x="21114" y="99789"/>
                  <a:pt x="18480" y="109140"/>
                  <a:pt x="17253" y="112176"/>
                </a:cubicBezTo>
                <a:close/>
                <a:moveTo>
                  <a:pt x="3214" y="87491"/>
                </a:moveTo>
                <a:lnTo>
                  <a:pt x="28725" y="90303"/>
                </a:lnTo>
                <a:cubicBezTo>
                  <a:pt x="52070" y="86598"/>
                  <a:pt x="55998" y="57762"/>
                  <a:pt x="56333" y="54861"/>
                </a:cubicBezTo>
                <a:lnTo>
                  <a:pt x="42518" y="40465"/>
                </a:lnTo>
                <a:cubicBezTo>
                  <a:pt x="33054" y="75149"/>
                  <a:pt x="11338" y="84991"/>
                  <a:pt x="3214" y="87491"/>
                </a:cubicBezTo>
                <a:close/>
                <a:moveTo>
                  <a:pt x="89678" y="12343"/>
                </a:moveTo>
                <a:cubicBezTo>
                  <a:pt x="80572" y="26917"/>
                  <a:pt x="70238" y="35555"/>
                  <a:pt x="58900" y="38010"/>
                </a:cubicBezTo>
                <a:cubicBezTo>
                  <a:pt x="56735" y="38501"/>
                  <a:pt x="54525" y="38724"/>
                  <a:pt x="52316" y="38724"/>
                </a:cubicBezTo>
                <a:cubicBezTo>
                  <a:pt x="48053" y="38724"/>
                  <a:pt x="43834" y="37831"/>
                  <a:pt x="39929" y="36113"/>
                </a:cubicBezTo>
                <a:lnTo>
                  <a:pt x="57159" y="54080"/>
                </a:lnTo>
                <a:cubicBezTo>
                  <a:pt x="75594" y="54035"/>
                  <a:pt x="90459" y="37206"/>
                  <a:pt x="92044" y="35332"/>
                </a:cubicBezTo>
                <a:close/>
                <a:moveTo>
                  <a:pt x="116773" y="33011"/>
                </a:moveTo>
                <a:cubicBezTo>
                  <a:pt x="102712" y="28971"/>
                  <a:pt x="94030" y="17744"/>
                  <a:pt x="90905" y="13035"/>
                </a:cubicBezTo>
                <a:lnTo>
                  <a:pt x="93182" y="35153"/>
                </a:lnTo>
                <a:cubicBezTo>
                  <a:pt x="96150" y="36760"/>
                  <a:pt x="125701" y="52383"/>
                  <a:pt x="137507" y="46647"/>
                </a:cubicBezTo>
                <a:lnTo>
                  <a:pt x="151613" y="27877"/>
                </a:lnTo>
                <a:cubicBezTo>
                  <a:pt x="139293" y="34372"/>
                  <a:pt x="127598" y="36113"/>
                  <a:pt x="116773" y="33011"/>
                </a:cubicBezTo>
                <a:close/>
                <a:moveTo>
                  <a:pt x="199376" y="34260"/>
                </a:moveTo>
                <a:cubicBezTo>
                  <a:pt x="191720" y="34260"/>
                  <a:pt x="183842" y="33122"/>
                  <a:pt x="177302" y="29752"/>
                </a:cubicBezTo>
                <a:cubicBezTo>
                  <a:pt x="170673" y="26315"/>
                  <a:pt x="166098" y="20936"/>
                  <a:pt x="163665" y="13772"/>
                </a:cubicBezTo>
                <a:lnTo>
                  <a:pt x="138846" y="46781"/>
                </a:lnTo>
                <a:cubicBezTo>
                  <a:pt x="140431" y="47228"/>
                  <a:pt x="144292" y="48210"/>
                  <a:pt x="149403" y="49214"/>
                </a:cubicBezTo>
                <a:cubicBezTo>
                  <a:pt x="168665" y="50509"/>
                  <a:pt x="192724" y="38032"/>
                  <a:pt x="199487" y="34260"/>
                </a:cubicBezTo>
                <a:cubicBezTo>
                  <a:pt x="199442" y="34260"/>
                  <a:pt x="199398" y="34260"/>
                  <a:pt x="199376" y="34260"/>
                </a:cubicBezTo>
                <a:close/>
                <a:moveTo>
                  <a:pt x="201853" y="34216"/>
                </a:moveTo>
                <a:cubicBezTo>
                  <a:pt x="200670" y="34930"/>
                  <a:pt x="176945" y="48857"/>
                  <a:pt x="155764" y="50308"/>
                </a:cubicBezTo>
                <a:cubicBezTo>
                  <a:pt x="166968" y="52026"/>
                  <a:pt x="181141" y="52919"/>
                  <a:pt x="190939" y="48969"/>
                </a:cubicBezTo>
                <a:lnTo>
                  <a:pt x="224931" y="30823"/>
                </a:lnTo>
                <a:cubicBezTo>
                  <a:pt x="219708" y="32140"/>
                  <a:pt x="211093" y="33948"/>
                  <a:pt x="201853" y="34216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0"/>
          <p:cNvSpPr/>
          <p:nvPr/>
        </p:nvSpPr>
        <p:spPr>
          <a:xfrm flipH="1">
            <a:off x="-2" y="3997896"/>
            <a:ext cx="1672766" cy="1145735"/>
          </a:xfrm>
          <a:custGeom>
            <a:avLst/>
            <a:gdLst/>
            <a:ahLst/>
            <a:cxnLst/>
            <a:rect l="l" t="t" r="r" b="b"/>
            <a:pathLst>
              <a:path w="285090" h="195268" extrusionOk="0">
                <a:moveTo>
                  <a:pt x="285089" y="0"/>
                </a:moveTo>
                <a:lnTo>
                  <a:pt x="285089" y="1156"/>
                </a:lnTo>
                <a:cubicBezTo>
                  <a:pt x="277678" y="6627"/>
                  <a:pt x="268224" y="13604"/>
                  <a:pt x="257200" y="21655"/>
                </a:cubicBezTo>
                <a:lnTo>
                  <a:pt x="243781" y="97087"/>
                </a:lnTo>
                <a:cubicBezTo>
                  <a:pt x="254330" y="102227"/>
                  <a:pt x="268595" y="95683"/>
                  <a:pt x="269916" y="95064"/>
                </a:cubicBezTo>
                <a:lnTo>
                  <a:pt x="285089" y="72789"/>
                </a:lnTo>
                <a:lnTo>
                  <a:pt x="285089" y="74420"/>
                </a:lnTo>
                <a:lnTo>
                  <a:pt x="270742" y="95456"/>
                </a:lnTo>
                <a:cubicBezTo>
                  <a:pt x="273612" y="101897"/>
                  <a:pt x="279227" y="110691"/>
                  <a:pt x="285089" y="119176"/>
                </a:cubicBezTo>
                <a:lnTo>
                  <a:pt x="285089" y="120786"/>
                </a:lnTo>
                <a:cubicBezTo>
                  <a:pt x="279082" y="112157"/>
                  <a:pt x="273219" y="103053"/>
                  <a:pt x="270143" y="96344"/>
                </a:cubicBezTo>
                <a:lnTo>
                  <a:pt x="255218" y="118267"/>
                </a:lnTo>
                <a:cubicBezTo>
                  <a:pt x="263083" y="123985"/>
                  <a:pt x="276357" y="125492"/>
                  <a:pt x="277761" y="125637"/>
                </a:cubicBezTo>
                <a:lnTo>
                  <a:pt x="285089" y="121921"/>
                </a:lnTo>
                <a:lnTo>
                  <a:pt x="285089" y="122953"/>
                </a:lnTo>
                <a:lnTo>
                  <a:pt x="278194" y="126463"/>
                </a:lnTo>
                <a:cubicBezTo>
                  <a:pt x="271547" y="138601"/>
                  <a:pt x="279536" y="164612"/>
                  <a:pt x="280300" y="167048"/>
                </a:cubicBezTo>
                <a:lnTo>
                  <a:pt x="285089" y="169030"/>
                </a:lnTo>
                <a:lnTo>
                  <a:pt x="285089" y="170041"/>
                </a:lnTo>
                <a:lnTo>
                  <a:pt x="280011" y="167915"/>
                </a:lnTo>
                <a:cubicBezTo>
                  <a:pt x="273901" y="172477"/>
                  <a:pt x="259883" y="188497"/>
                  <a:pt x="258005" y="190664"/>
                </a:cubicBezTo>
                <a:lnTo>
                  <a:pt x="260544" y="195268"/>
                </a:lnTo>
                <a:lnTo>
                  <a:pt x="259491" y="195268"/>
                </a:lnTo>
                <a:lnTo>
                  <a:pt x="257076" y="190891"/>
                </a:lnTo>
                <a:cubicBezTo>
                  <a:pt x="253752" y="187609"/>
                  <a:pt x="248571" y="184554"/>
                  <a:pt x="242687" y="181849"/>
                </a:cubicBezTo>
                <a:cubicBezTo>
                  <a:pt x="235751" y="181788"/>
                  <a:pt x="209389" y="186370"/>
                  <a:pt x="200698" y="187919"/>
                </a:cubicBezTo>
                <a:cubicBezTo>
                  <a:pt x="211990" y="189673"/>
                  <a:pt x="224541" y="192130"/>
                  <a:pt x="233377" y="195268"/>
                </a:cubicBezTo>
                <a:lnTo>
                  <a:pt x="230446" y="195268"/>
                </a:lnTo>
                <a:cubicBezTo>
                  <a:pt x="210772" y="189095"/>
                  <a:pt x="176648" y="185730"/>
                  <a:pt x="174150" y="185483"/>
                </a:cubicBezTo>
                <a:lnTo>
                  <a:pt x="158131" y="195268"/>
                </a:lnTo>
                <a:lnTo>
                  <a:pt x="156355" y="195268"/>
                </a:lnTo>
                <a:lnTo>
                  <a:pt x="173531" y="184781"/>
                </a:lnTo>
                <a:cubicBezTo>
                  <a:pt x="173345" y="183356"/>
                  <a:pt x="172664" y="181664"/>
                  <a:pt x="171652" y="179785"/>
                </a:cubicBezTo>
                <a:lnTo>
                  <a:pt x="171652" y="179785"/>
                </a:lnTo>
                <a:lnTo>
                  <a:pt x="171652" y="179785"/>
                </a:lnTo>
                <a:cubicBezTo>
                  <a:pt x="165748" y="168947"/>
                  <a:pt x="148490" y="152536"/>
                  <a:pt x="146818" y="150967"/>
                </a:cubicBezTo>
                <a:lnTo>
                  <a:pt x="132863" y="151318"/>
                </a:lnTo>
                <a:cubicBezTo>
                  <a:pt x="135485" y="155611"/>
                  <a:pt x="149047" y="178381"/>
                  <a:pt x="153321" y="195268"/>
                </a:cubicBezTo>
                <a:lnTo>
                  <a:pt x="152350" y="195268"/>
                </a:lnTo>
                <a:cubicBezTo>
                  <a:pt x="147829" y="177907"/>
                  <a:pt x="133358" y="153898"/>
                  <a:pt x="131810" y="151338"/>
                </a:cubicBezTo>
                <a:lnTo>
                  <a:pt x="98161" y="152185"/>
                </a:lnTo>
                <a:cubicBezTo>
                  <a:pt x="100659" y="155900"/>
                  <a:pt x="112859" y="174211"/>
                  <a:pt x="124481" y="195268"/>
                </a:cubicBezTo>
                <a:lnTo>
                  <a:pt x="123429" y="195268"/>
                </a:lnTo>
                <a:cubicBezTo>
                  <a:pt x="111228" y="173241"/>
                  <a:pt x="98491" y="154311"/>
                  <a:pt x="97067" y="152226"/>
                </a:cubicBezTo>
                <a:lnTo>
                  <a:pt x="70168" y="152907"/>
                </a:lnTo>
                <a:cubicBezTo>
                  <a:pt x="44941" y="169505"/>
                  <a:pt x="21387" y="184244"/>
                  <a:pt x="1879" y="195268"/>
                </a:cubicBezTo>
                <a:lnTo>
                  <a:pt x="0" y="195268"/>
                </a:lnTo>
                <a:cubicBezTo>
                  <a:pt x="80861" y="149914"/>
                  <a:pt x="233831" y="37943"/>
                  <a:pt x="285089" y="0"/>
                </a:cubicBezTo>
                <a:close/>
                <a:moveTo>
                  <a:pt x="256126" y="22440"/>
                </a:moveTo>
                <a:cubicBezTo>
                  <a:pt x="241634" y="33071"/>
                  <a:pt x="224521" y="45499"/>
                  <a:pt x="205900" y="58876"/>
                </a:cubicBezTo>
                <a:cubicBezTo>
                  <a:pt x="219690" y="73698"/>
                  <a:pt x="241552" y="82801"/>
                  <a:pt x="245144" y="84226"/>
                </a:cubicBezTo>
                <a:close/>
                <a:moveTo>
                  <a:pt x="244979" y="85155"/>
                </a:moveTo>
                <a:cubicBezTo>
                  <a:pt x="241882" y="83937"/>
                  <a:pt x="219277" y="74668"/>
                  <a:pt x="205157" y="59412"/>
                </a:cubicBezTo>
                <a:cubicBezTo>
                  <a:pt x="200760" y="62571"/>
                  <a:pt x="196280" y="65771"/>
                  <a:pt x="191718" y="69032"/>
                </a:cubicBezTo>
                <a:lnTo>
                  <a:pt x="202288" y="88478"/>
                </a:lnTo>
                <a:cubicBezTo>
                  <a:pt x="211887" y="93990"/>
                  <a:pt x="241139" y="89015"/>
                  <a:pt x="244401" y="88437"/>
                </a:cubicBezTo>
                <a:close/>
                <a:moveTo>
                  <a:pt x="244215" y="89387"/>
                </a:moveTo>
                <a:cubicBezTo>
                  <a:pt x="239673" y="90213"/>
                  <a:pt x="213704" y="94506"/>
                  <a:pt x="203051" y="89903"/>
                </a:cubicBezTo>
                <a:lnTo>
                  <a:pt x="207490" y="98098"/>
                </a:lnTo>
                <a:cubicBezTo>
                  <a:pt x="216903" y="106955"/>
                  <a:pt x="236763" y="112136"/>
                  <a:pt x="240045" y="112921"/>
                </a:cubicBezTo>
                <a:close/>
                <a:moveTo>
                  <a:pt x="259842" y="135794"/>
                </a:moveTo>
                <a:lnTo>
                  <a:pt x="248529" y="141533"/>
                </a:lnTo>
                <a:cubicBezTo>
                  <a:pt x="247043" y="145620"/>
                  <a:pt x="250449" y="153588"/>
                  <a:pt x="250986" y="154806"/>
                </a:cubicBezTo>
                <a:lnTo>
                  <a:pt x="267563" y="161722"/>
                </a:lnTo>
                <a:cubicBezTo>
                  <a:pt x="265437" y="157573"/>
                  <a:pt x="258542" y="143349"/>
                  <a:pt x="259842" y="135794"/>
                </a:cubicBezTo>
                <a:close/>
                <a:moveTo>
                  <a:pt x="222044" y="155178"/>
                </a:moveTo>
                <a:lnTo>
                  <a:pt x="232510" y="148799"/>
                </a:lnTo>
                <a:lnTo>
                  <a:pt x="219608" y="149129"/>
                </a:lnTo>
                <a:cubicBezTo>
                  <a:pt x="220784" y="150182"/>
                  <a:pt x="222436" y="152226"/>
                  <a:pt x="222044" y="155178"/>
                </a:cubicBezTo>
                <a:close/>
                <a:moveTo>
                  <a:pt x="247415" y="142090"/>
                </a:moveTo>
                <a:lnTo>
                  <a:pt x="235317" y="148262"/>
                </a:lnTo>
                <a:lnTo>
                  <a:pt x="249768" y="154290"/>
                </a:lnTo>
                <a:cubicBezTo>
                  <a:pt x="248777" y="151896"/>
                  <a:pt x="246610" y="146012"/>
                  <a:pt x="247415" y="142090"/>
                </a:cubicBezTo>
                <a:close/>
                <a:moveTo>
                  <a:pt x="235441" y="138746"/>
                </a:moveTo>
                <a:cubicBezTo>
                  <a:pt x="234223" y="139117"/>
                  <a:pt x="231787" y="139448"/>
                  <a:pt x="229042" y="137817"/>
                </a:cubicBezTo>
                <a:lnTo>
                  <a:pt x="233996" y="146921"/>
                </a:lnTo>
                <a:close/>
                <a:moveTo>
                  <a:pt x="235049" y="146260"/>
                </a:moveTo>
                <a:lnTo>
                  <a:pt x="240933" y="137590"/>
                </a:lnTo>
                <a:cubicBezTo>
                  <a:pt x="240189" y="136908"/>
                  <a:pt x="238311" y="135030"/>
                  <a:pt x="237382" y="133089"/>
                </a:cubicBezTo>
                <a:close/>
                <a:moveTo>
                  <a:pt x="227721" y="137301"/>
                </a:moveTo>
                <a:cubicBezTo>
                  <a:pt x="226833" y="139448"/>
                  <a:pt x="224273" y="144753"/>
                  <a:pt x="219773" y="148200"/>
                </a:cubicBezTo>
                <a:lnTo>
                  <a:pt x="233439" y="147849"/>
                </a:lnTo>
                <a:close/>
                <a:moveTo>
                  <a:pt x="228010" y="135917"/>
                </a:moveTo>
                <a:cubicBezTo>
                  <a:pt x="231560" y="139035"/>
                  <a:pt x="234801" y="138044"/>
                  <a:pt x="235627" y="137713"/>
                </a:cubicBezTo>
                <a:lnTo>
                  <a:pt x="236763" y="131355"/>
                </a:lnTo>
                <a:cubicBezTo>
                  <a:pt x="235049" y="131768"/>
                  <a:pt x="230590" y="132181"/>
                  <a:pt x="223778" y="128114"/>
                </a:cubicBezTo>
                <a:close/>
                <a:moveTo>
                  <a:pt x="236948" y="130344"/>
                </a:moveTo>
                <a:lnTo>
                  <a:pt x="238208" y="123222"/>
                </a:lnTo>
                <a:cubicBezTo>
                  <a:pt x="235627" y="123057"/>
                  <a:pt x="224335" y="121962"/>
                  <a:pt x="217192" y="115976"/>
                </a:cubicBezTo>
                <a:lnTo>
                  <a:pt x="222890" y="126463"/>
                </a:lnTo>
                <a:cubicBezTo>
                  <a:pt x="230941" y="131768"/>
                  <a:pt x="235895" y="130674"/>
                  <a:pt x="236948" y="130344"/>
                </a:cubicBezTo>
                <a:close/>
                <a:moveTo>
                  <a:pt x="237795" y="130757"/>
                </a:moveTo>
                <a:lnTo>
                  <a:pt x="237795" y="130757"/>
                </a:lnTo>
                <a:cubicBezTo>
                  <a:pt x="237464" y="132615"/>
                  <a:pt x="240045" y="135484"/>
                  <a:pt x="241469" y="136826"/>
                </a:cubicBezTo>
                <a:lnTo>
                  <a:pt x="248880" y="125926"/>
                </a:lnTo>
                <a:cubicBezTo>
                  <a:pt x="246816" y="126194"/>
                  <a:pt x="242316" y="126401"/>
                  <a:pt x="239054" y="123696"/>
                </a:cubicBezTo>
                <a:close/>
                <a:moveTo>
                  <a:pt x="241407" y="138560"/>
                </a:moveTo>
                <a:lnTo>
                  <a:pt x="235606" y="147065"/>
                </a:lnTo>
                <a:lnTo>
                  <a:pt x="246733" y="141409"/>
                </a:lnTo>
                <a:cubicBezTo>
                  <a:pt x="245041" y="141058"/>
                  <a:pt x="242336" y="140211"/>
                  <a:pt x="241407" y="138560"/>
                </a:cubicBezTo>
                <a:close/>
                <a:moveTo>
                  <a:pt x="235256" y="149233"/>
                </a:moveTo>
                <a:lnTo>
                  <a:pt x="243802" y="164798"/>
                </a:lnTo>
                <a:cubicBezTo>
                  <a:pt x="244566" y="162527"/>
                  <a:pt x="246589" y="157180"/>
                  <a:pt x="249582" y="155219"/>
                </a:cubicBezTo>
                <a:close/>
                <a:moveTo>
                  <a:pt x="234038" y="148944"/>
                </a:moveTo>
                <a:lnTo>
                  <a:pt x="222766" y="155818"/>
                </a:lnTo>
                <a:cubicBezTo>
                  <a:pt x="226172" y="156272"/>
                  <a:pt x="235359" y="157965"/>
                  <a:pt x="242109" y="163621"/>
                </a:cubicBezTo>
                <a:close/>
                <a:moveTo>
                  <a:pt x="227143" y="136248"/>
                </a:moveTo>
                <a:lnTo>
                  <a:pt x="222622" y="127928"/>
                </a:lnTo>
                <a:cubicBezTo>
                  <a:pt x="221300" y="131335"/>
                  <a:pt x="215974" y="142709"/>
                  <a:pt x="202411" y="148634"/>
                </a:cubicBezTo>
                <a:lnTo>
                  <a:pt x="218121" y="148242"/>
                </a:lnTo>
                <a:cubicBezTo>
                  <a:pt x="223778" y="144629"/>
                  <a:pt x="226688" y="137445"/>
                  <a:pt x="227143" y="136248"/>
                </a:cubicBezTo>
                <a:close/>
                <a:moveTo>
                  <a:pt x="222044" y="126834"/>
                </a:moveTo>
                <a:lnTo>
                  <a:pt x="215334" y="114469"/>
                </a:lnTo>
                <a:cubicBezTo>
                  <a:pt x="212878" y="119196"/>
                  <a:pt x="199707" y="143205"/>
                  <a:pt x="183770" y="149109"/>
                </a:cubicBezTo>
                <a:lnTo>
                  <a:pt x="199769" y="148696"/>
                </a:lnTo>
                <a:cubicBezTo>
                  <a:pt x="216222" y="142709"/>
                  <a:pt x="221466" y="128568"/>
                  <a:pt x="222044" y="126834"/>
                </a:cubicBezTo>
                <a:close/>
                <a:moveTo>
                  <a:pt x="215706" y="113230"/>
                </a:moveTo>
                <a:cubicBezTo>
                  <a:pt x="222209" y="120827"/>
                  <a:pt x="235875" y="122148"/>
                  <a:pt x="238373" y="122313"/>
                </a:cubicBezTo>
                <a:lnTo>
                  <a:pt x="239880" y="113829"/>
                </a:lnTo>
                <a:cubicBezTo>
                  <a:pt x="236907" y="113106"/>
                  <a:pt x="218885" y="108461"/>
                  <a:pt x="208728" y="100369"/>
                </a:cubicBezTo>
                <a:close/>
                <a:moveTo>
                  <a:pt x="239240" y="122623"/>
                </a:moveTo>
                <a:cubicBezTo>
                  <a:pt x="242790" y="126009"/>
                  <a:pt x="248591" y="125080"/>
                  <a:pt x="249603" y="124873"/>
                </a:cubicBezTo>
                <a:lnTo>
                  <a:pt x="253732" y="118825"/>
                </a:lnTo>
                <a:cubicBezTo>
                  <a:pt x="251089" y="118742"/>
                  <a:pt x="243224" y="118226"/>
                  <a:pt x="240623" y="114861"/>
                </a:cubicBezTo>
                <a:close/>
                <a:moveTo>
                  <a:pt x="242027" y="137631"/>
                </a:moveTo>
                <a:cubicBezTo>
                  <a:pt x="242419" y="139551"/>
                  <a:pt x="246382" y="140500"/>
                  <a:pt x="248075" y="140727"/>
                </a:cubicBezTo>
                <a:lnTo>
                  <a:pt x="259429" y="134968"/>
                </a:lnTo>
                <a:cubicBezTo>
                  <a:pt x="257592" y="134080"/>
                  <a:pt x="253422" y="131624"/>
                  <a:pt x="249871" y="126132"/>
                </a:cubicBezTo>
                <a:close/>
                <a:moveTo>
                  <a:pt x="250656" y="155673"/>
                </a:moveTo>
                <a:cubicBezTo>
                  <a:pt x="247167" y="157242"/>
                  <a:pt x="244772" y="164715"/>
                  <a:pt x="244421" y="165913"/>
                </a:cubicBezTo>
                <a:lnTo>
                  <a:pt x="250697" y="177370"/>
                </a:lnTo>
                <a:cubicBezTo>
                  <a:pt x="252555" y="174955"/>
                  <a:pt x="260069" y="165644"/>
                  <a:pt x="267315" y="162610"/>
                </a:cubicBezTo>
                <a:close/>
                <a:moveTo>
                  <a:pt x="243554" y="166243"/>
                </a:moveTo>
                <a:cubicBezTo>
                  <a:pt x="235937" y="158109"/>
                  <a:pt x="222931" y="156726"/>
                  <a:pt x="221486" y="156602"/>
                </a:cubicBezTo>
                <a:lnTo>
                  <a:pt x="216965" y="159369"/>
                </a:lnTo>
                <a:cubicBezTo>
                  <a:pt x="221342" y="161020"/>
                  <a:pt x="240231" y="168369"/>
                  <a:pt x="248715" y="175656"/>
                </a:cubicBezTo>
                <a:close/>
                <a:moveTo>
                  <a:pt x="220970" y="155839"/>
                </a:moveTo>
                <a:cubicBezTo>
                  <a:pt x="222023" y="151792"/>
                  <a:pt x="218761" y="149542"/>
                  <a:pt x="218142" y="149171"/>
                </a:cubicBezTo>
                <a:lnTo>
                  <a:pt x="202535" y="149563"/>
                </a:lnTo>
                <a:cubicBezTo>
                  <a:pt x="206602" y="150987"/>
                  <a:pt x="214178" y="154228"/>
                  <a:pt x="216139" y="158791"/>
                </a:cubicBezTo>
                <a:close/>
                <a:moveTo>
                  <a:pt x="199790" y="149625"/>
                </a:moveTo>
                <a:lnTo>
                  <a:pt x="182160" y="150079"/>
                </a:lnTo>
                <a:cubicBezTo>
                  <a:pt x="187176" y="152453"/>
                  <a:pt x="200677" y="159534"/>
                  <a:pt x="201978" y="167440"/>
                </a:cubicBezTo>
                <a:lnTo>
                  <a:pt x="215334" y="159265"/>
                </a:lnTo>
                <a:cubicBezTo>
                  <a:pt x="213105" y="153650"/>
                  <a:pt x="200781" y="149914"/>
                  <a:pt x="199790" y="149625"/>
                </a:cubicBezTo>
                <a:close/>
                <a:moveTo>
                  <a:pt x="214798" y="113499"/>
                </a:moveTo>
                <a:lnTo>
                  <a:pt x="213683" y="111434"/>
                </a:lnTo>
                <a:cubicBezTo>
                  <a:pt x="195186" y="143184"/>
                  <a:pt x="157656" y="147499"/>
                  <a:pt x="157284" y="147540"/>
                </a:cubicBezTo>
                <a:lnTo>
                  <a:pt x="157264" y="147540"/>
                </a:lnTo>
                <a:cubicBezTo>
                  <a:pt x="155096" y="148428"/>
                  <a:pt x="152846" y="149233"/>
                  <a:pt x="150513" y="149955"/>
                </a:cubicBezTo>
                <a:lnTo>
                  <a:pt x="180096" y="149212"/>
                </a:lnTo>
                <a:cubicBezTo>
                  <a:pt x="197767" y="145847"/>
                  <a:pt x="213415" y="116203"/>
                  <a:pt x="214798" y="113499"/>
                </a:cubicBezTo>
                <a:close/>
                <a:moveTo>
                  <a:pt x="213167" y="110485"/>
                </a:moveTo>
                <a:lnTo>
                  <a:pt x="207159" y="99420"/>
                </a:lnTo>
                <a:cubicBezTo>
                  <a:pt x="204827" y="104622"/>
                  <a:pt x="191202" y="132160"/>
                  <a:pt x="160794" y="146033"/>
                </a:cubicBezTo>
                <a:cubicBezTo>
                  <a:pt x="170682" y="144072"/>
                  <a:pt x="198345" y="136434"/>
                  <a:pt x="213167" y="110485"/>
                </a:cubicBezTo>
                <a:close/>
                <a:moveTo>
                  <a:pt x="268925" y="96509"/>
                </a:moveTo>
                <a:cubicBezTo>
                  <a:pt x="264776" y="98264"/>
                  <a:pt x="253030" y="102454"/>
                  <a:pt x="243616" y="98016"/>
                </a:cubicBezTo>
                <a:lnTo>
                  <a:pt x="240871" y="113437"/>
                </a:lnTo>
                <a:cubicBezTo>
                  <a:pt x="242357" y="117565"/>
                  <a:pt x="252658" y="117875"/>
                  <a:pt x="254351" y="117916"/>
                </a:cubicBezTo>
                <a:close/>
                <a:moveTo>
                  <a:pt x="254702" y="119031"/>
                </a:moveTo>
                <a:lnTo>
                  <a:pt x="250429" y="125286"/>
                </a:lnTo>
                <a:cubicBezTo>
                  <a:pt x="254454" y="131727"/>
                  <a:pt x="259512" y="134039"/>
                  <a:pt x="260482" y="134431"/>
                </a:cubicBezTo>
                <a:lnTo>
                  <a:pt x="276275" y="126401"/>
                </a:lnTo>
                <a:cubicBezTo>
                  <a:pt x="272332" y="125864"/>
                  <a:pt x="261638" y="124068"/>
                  <a:pt x="254702" y="119031"/>
                </a:cubicBezTo>
                <a:close/>
                <a:moveTo>
                  <a:pt x="276832" y="127144"/>
                </a:moveTo>
                <a:lnTo>
                  <a:pt x="260895" y="135236"/>
                </a:lnTo>
                <a:cubicBezTo>
                  <a:pt x="259533" y="140273"/>
                  <a:pt x="263001" y="149584"/>
                  <a:pt x="265808" y="155900"/>
                </a:cubicBezTo>
                <a:cubicBezTo>
                  <a:pt x="269276" y="147168"/>
                  <a:pt x="274540" y="136991"/>
                  <a:pt x="274602" y="136867"/>
                </a:cubicBezTo>
                <a:cubicBezTo>
                  <a:pt x="274623" y="136826"/>
                  <a:pt x="274664" y="136785"/>
                  <a:pt x="274706" y="136743"/>
                </a:cubicBezTo>
                <a:cubicBezTo>
                  <a:pt x="274933" y="133234"/>
                  <a:pt x="275573" y="129931"/>
                  <a:pt x="276832" y="127144"/>
                </a:cubicBezTo>
                <a:close/>
                <a:moveTo>
                  <a:pt x="274623" y="138849"/>
                </a:moveTo>
                <a:cubicBezTo>
                  <a:pt x="272951" y="142172"/>
                  <a:pt x="268987" y="150203"/>
                  <a:pt x="266345" y="157057"/>
                </a:cubicBezTo>
                <a:cubicBezTo>
                  <a:pt x="267584" y="159781"/>
                  <a:pt x="268616" y="161763"/>
                  <a:pt x="268884" y="162279"/>
                </a:cubicBezTo>
                <a:lnTo>
                  <a:pt x="279206" y="166573"/>
                </a:lnTo>
                <a:cubicBezTo>
                  <a:pt x="278091" y="163002"/>
                  <a:pt x="274437" y="150244"/>
                  <a:pt x="274623" y="138849"/>
                </a:cubicBezTo>
                <a:close/>
                <a:moveTo>
                  <a:pt x="257530" y="189818"/>
                </a:moveTo>
                <a:cubicBezTo>
                  <a:pt x="260069" y="186887"/>
                  <a:pt x="272786" y="172415"/>
                  <a:pt x="279020" y="167502"/>
                </a:cubicBezTo>
                <a:lnTo>
                  <a:pt x="268533" y="163126"/>
                </a:lnTo>
                <a:cubicBezTo>
                  <a:pt x="260978" y="165706"/>
                  <a:pt x="252493" y="176544"/>
                  <a:pt x="251192" y="178258"/>
                </a:cubicBezTo>
                <a:close/>
                <a:moveTo>
                  <a:pt x="255755" y="188497"/>
                </a:moveTo>
                <a:lnTo>
                  <a:pt x="250263" y="178485"/>
                </a:lnTo>
                <a:cubicBezTo>
                  <a:pt x="243369" y="170310"/>
                  <a:pt x="218390" y="160876"/>
                  <a:pt x="215954" y="159967"/>
                </a:cubicBezTo>
                <a:lnTo>
                  <a:pt x="202824" y="167998"/>
                </a:lnTo>
                <a:cubicBezTo>
                  <a:pt x="209368" y="169484"/>
                  <a:pt x="242006" y="177287"/>
                  <a:pt x="255755" y="188497"/>
                </a:cubicBezTo>
                <a:close/>
                <a:moveTo>
                  <a:pt x="197890" y="187485"/>
                </a:moveTo>
                <a:cubicBezTo>
                  <a:pt x="200388" y="187031"/>
                  <a:pt x="230177" y="181622"/>
                  <a:pt x="240767" y="180982"/>
                </a:cubicBezTo>
                <a:cubicBezTo>
                  <a:pt x="224438" y="173819"/>
                  <a:pt x="203815" y="169154"/>
                  <a:pt x="201689" y="168679"/>
                </a:cubicBezTo>
                <a:lnTo>
                  <a:pt x="175471" y="184698"/>
                </a:lnTo>
                <a:cubicBezTo>
                  <a:pt x="178816" y="185029"/>
                  <a:pt x="187631" y="185958"/>
                  <a:pt x="197890" y="187485"/>
                </a:cubicBezTo>
                <a:close/>
                <a:moveTo>
                  <a:pt x="174377" y="184265"/>
                </a:moveTo>
                <a:lnTo>
                  <a:pt x="201111" y="167956"/>
                </a:lnTo>
                <a:cubicBezTo>
                  <a:pt x="200533" y="162589"/>
                  <a:pt x="193431" y="157387"/>
                  <a:pt x="187610" y="154001"/>
                </a:cubicBezTo>
                <a:cubicBezTo>
                  <a:pt x="187197" y="157614"/>
                  <a:pt x="184678" y="173757"/>
                  <a:pt x="172685" y="179785"/>
                </a:cubicBezTo>
                <a:cubicBezTo>
                  <a:pt x="173531" y="181416"/>
                  <a:pt x="174130" y="182944"/>
                  <a:pt x="174377" y="184265"/>
                </a:cubicBezTo>
                <a:close/>
                <a:moveTo>
                  <a:pt x="172251" y="178980"/>
                </a:moveTo>
                <a:cubicBezTo>
                  <a:pt x="184389" y="172890"/>
                  <a:pt x="186495" y="155921"/>
                  <a:pt x="186743" y="153506"/>
                </a:cubicBezTo>
                <a:cubicBezTo>
                  <a:pt x="183357" y="151586"/>
                  <a:pt x="180570" y="150347"/>
                  <a:pt x="180054" y="150120"/>
                </a:cubicBezTo>
                <a:lnTo>
                  <a:pt x="148119" y="150925"/>
                </a:lnTo>
                <a:cubicBezTo>
                  <a:pt x="151793" y="154435"/>
                  <a:pt x="166533" y="168741"/>
                  <a:pt x="172251" y="178980"/>
                </a:cubicBezTo>
                <a:close/>
                <a:moveTo>
                  <a:pt x="146921" y="150038"/>
                </a:moveTo>
                <a:cubicBezTo>
                  <a:pt x="188539" y="138952"/>
                  <a:pt x="205322" y="101422"/>
                  <a:pt x="206602" y="98408"/>
                </a:cubicBezTo>
                <a:lnTo>
                  <a:pt x="201813" y="89573"/>
                </a:lnTo>
                <a:cubicBezTo>
                  <a:pt x="196239" y="94857"/>
                  <a:pt x="146384" y="142049"/>
                  <a:pt x="133792" y="150368"/>
                </a:cubicBezTo>
                <a:close/>
                <a:moveTo>
                  <a:pt x="131934" y="150409"/>
                </a:moveTo>
                <a:cubicBezTo>
                  <a:pt x="141347" y="145537"/>
                  <a:pt x="197127" y="92752"/>
                  <a:pt x="201359" y="88726"/>
                </a:cubicBezTo>
                <a:lnTo>
                  <a:pt x="190975" y="69569"/>
                </a:lnTo>
                <a:cubicBezTo>
                  <a:pt x="152990" y="96674"/>
                  <a:pt x="110382" y="126421"/>
                  <a:pt x="71613" y="151937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ontdiner Swanky"/>
              <a:buNone/>
              <a:defRPr sz="36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ontdiner Swanky"/>
              <a:buNone/>
              <a:defRPr sz="36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ontdiner Swanky"/>
              <a:buNone/>
              <a:defRPr sz="36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ontdiner Swanky"/>
              <a:buNone/>
              <a:defRPr sz="36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ontdiner Swanky"/>
              <a:buNone/>
              <a:defRPr sz="36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ontdiner Swanky"/>
              <a:buNone/>
              <a:defRPr sz="36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ontdiner Swanky"/>
              <a:buNone/>
              <a:defRPr sz="36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ontdiner Swanky"/>
              <a:buNone/>
              <a:defRPr sz="36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ontdiner Swanky"/>
              <a:buNone/>
              <a:defRPr sz="3600">
                <a:solidFill>
                  <a:schemeClr val="accent1"/>
                </a:solidFill>
                <a:latin typeface="Fontdiner Swanky"/>
                <a:ea typeface="Fontdiner Swanky"/>
                <a:cs typeface="Fontdiner Swanky"/>
                <a:sym typeface="Fontdiner Swank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8" r:id="rId5"/>
    <p:sldLayoutId id="2147483663" r:id="rId6"/>
    <p:sldLayoutId id="2147483665" r:id="rId7"/>
    <p:sldLayoutId id="2147483670" r:id="rId8"/>
    <p:sldLayoutId id="2147483673" r:id="rId9"/>
    <p:sldLayoutId id="2147483674" r:id="rId10"/>
    <p:sldLayoutId id="2147483675" r:id="rId11"/>
    <p:sldLayoutId id="2147483676" r:id="rId1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>
            <a:spLocks noGrp="1"/>
          </p:cNvSpPr>
          <p:nvPr>
            <p:ph type="subTitle" idx="1"/>
          </p:nvPr>
        </p:nvSpPr>
        <p:spPr>
          <a:xfrm>
            <a:off x="761175" y="4077150"/>
            <a:ext cx="4602000" cy="2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p34"/>
          <p:cNvSpPr/>
          <p:nvPr/>
        </p:nvSpPr>
        <p:spPr>
          <a:xfrm>
            <a:off x="-2" y="3721942"/>
            <a:ext cx="685569" cy="1421561"/>
          </a:xfrm>
          <a:custGeom>
            <a:avLst/>
            <a:gdLst/>
            <a:ahLst/>
            <a:cxnLst/>
            <a:rect l="l" t="t" r="r" b="b"/>
            <a:pathLst>
              <a:path w="100856" h="209130" extrusionOk="0">
                <a:moveTo>
                  <a:pt x="66670" y="209129"/>
                </a:moveTo>
                <a:lnTo>
                  <a:pt x="64681" y="199340"/>
                </a:lnTo>
                <a:cubicBezTo>
                  <a:pt x="65867" y="186740"/>
                  <a:pt x="82290" y="183089"/>
                  <a:pt x="84680" y="182630"/>
                </a:cubicBezTo>
                <a:cubicBezTo>
                  <a:pt x="89689" y="191864"/>
                  <a:pt x="94718" y="200736"/>
                  <a:pt x="99670" y="209129"/>
                </a:cubicBezTo>
                <a:lnTo>
                  <a:pt x="100855" y="209129"/>
                </a:lnTo>
                <a:cubicBezTo>
                  <a:pt x="62349" y="144257"/>
                  <a:pt x="20439" y="48506"/>
                  <a:pt x="0" y="0"/>
                </a:cubicBezTo>
                <a:lnTo>
                  <a:pt x="0" y="2619"/>
                </a:lnTo>
                <a:cubicBezTo>
                  <a:pt x="3078" y="9904"/>
                  <a:pt x="6596" y="18164"/>
                  <a:pt x="10497" y="27169"/>
                </a:cubicBezTo>
                <a:cubicBezTo>
                  <a:pt x="9617" y="28297"/>
                  <a:pt x="5009" y="34186"/>
                  <a:pt x="0" y="40361"/>
                </a:cubicBezTo>
                <a:lnTo>
                  <a:pt x="0" y="41986"/>
                </a:lnTo>
                <a:cubicBezTo>
                  <a:pt x="4837" y="36059"/>
                  <a:pt x="9445" y="30171"/>
                  <a:pt x="10955" y="28240"/>
                </a:cubicBezTo>
                <a:cubicBezTo>
                  <a:pt x="12791" y="32465"/>
                  <a:pt x="14703" y="36843"/>
                  <a:pt x="16691" y="41375"/>
                </a:cubicBezTo>
                <a:cubicBezTo>
                  <a:pt x="15716" y="46174"/>
                  <a:pt x="6711" y="54376"/>
                  <a:pt x="0" y="59940"/>
                </a:cubicBezTo>
                <a:lnTo>
                  <a:pt x="0" y="61278"/>
                </a:lnTo>
                <a:cubicBezTo>
                  <a:pt x="6367" y="56058"/>
                  <a:pt x="15200" y="48143"/>
                  <a:pt x="17303" y="42790"/>
                </a:cubicBezTo>
                <a:cubicBezTo>
                  <a:pt x="18775" y="46097"/>
                  <a:pt x="20267" y="49481"/>
                  <a:pt x="21796" y="52923"/>
                </a:cubicBezTo>
                <a:cubicBezTo>
                  <a:pt x="21567" y="54013"/>
                  <a:pt x="18431" y="68983"/>
                  <a:pt x="13384" y="74796"/>
                </a:cubicBezTo>
                <a:cubicBezTo>
                  <a:pt x="13307" y="74853"/>
                  <a:pt x="13269" y="74910"/>
                  <a:pt x="13212" y="74987"/>
                </a:cubicBezTo>
                <a:cubicBezTo>
                  <a:pt x="12198" y="76115"/>
                  <a:pt x="11108" y="76860"/>
                  <a:pt x="9942" y="77052"/>
                </a:cubicBezTo>
                <a:lnTo>
                  <a:pt x="0" y="70360"/>
                </a:lnTo>
                <a:lnTo>
                  <a:pt x="0" y="71584"/>
                </a:lnTo>
                <a:lnTo>
                  <a:pt x="9407" y="77912"/>
                </a:lnTo>
                <a:cubicBezTo>
                  <a:pt x="10133" y="79901"/>
                  <a:pt x="18144" y="102060"/>
                  <a:pt x="17341" y="108580"/>
                </a:cubicBezTo>
                <a:lnTo>
                  <a:pt x="6501" y="112060"/>
                </a:lnTo>
                <a:lnTo>
                  <a:pt x="0" y="89269"/>
                </a:lnTo>
                <a:lnTo>
                  <a:pt x="0" y="92997"/>
                </a:lnTo>
                <a:lnTo>
                  <a:pt x="5526" y="112365"/>
                </a:lnTo>
                <a:lnTo>
                  <a:pt x="0" y="114144"/>
                </a:lnTo>
                <a:lnTo>
                  <a:pt x="0" y="115214"/>
                </a:lnTo>
                <a:lnTo>
                  <a:pt x="6080" y="113264"/>
                </a:lnTo>
                <a:cubicBezTo>
                  <a:pt x="8298" y="114622"/>
                  <a:pt x="30018" y="128120"/>
                  <a:pt x="33899" y="136093"/>
                </a:cubicBezTo>
                <a:lnTo>
                  <a:pt x="30629" y="148253"/>
                </a:lnTo>
                <a:cubicBezTo>
                  <a:pt x="27092" y="143836"/>
                  <a:pt x="9980" y="122747"/>
                  <a:pt x="0" y="116094"/>
                </a:cubicBezTo>
                <a:lnTo>
                  <a:pt x="0" y="117337"/>
                </a:lnTo>
                <a:cubicBezTo>
                  <a:pt x="10420" y="124659"/>
                  <a:pt x="28488" y="147201"/>
                  <a:pt x="30285" y="149476"/>
                </a:cubicBezTo>
                <a:lnTo>
                  <a:pt x="27226" y="160814"/>
                </a:lnTo>
                <a:cubicBezTo>
                  <a:pt x="24033" y="156474"/>
                  <a:pt x="9770" y="137221"/>
                  <a:pt x="0" y="125730"/>
                </a:cubicBezTo>
                <a:lnTo>
                  <a:pt x="0" y="127279"/>
                </a:lnTo>
                <a:cubicBezTo>
                  <a:pt x="8240" y="137106"/>
                  <a:pt x="19808" y="152440"/>
                  <a:pt x="26901" y="162076"/>
                </a:cubicBezTo>
                <a:lnTo>
                  <a:pt x="22274" y="179188"/>
                </a:lnTo>
                <a:cubicBezTo>
                  <a:pt x="18909" y="167315"/>
                  <a:pt x="6807" y="152478"/>
                  <a:pt x="0" y="144792"/>
                </a:cubicBezTo>
                <a:lnTo>
                  <a:pt x="0" y="146379"/>
                </a:lnTo>
                <a:cubicBezTo>
                  <a:pt x="7227" y="154658"/>
                  <a:pt x="19349" y="169877"/>
                  <a:pt x="21739" y="181215"/>
                </a:cubicBezTo>
                <a:lnTo>
                  <a:pt x="16137" y="201979"/>
                </a:lnTo>
                <a:cubicBezTo>
                  <a:pt x="13957" y="196491"/>
                  <a:pt x="6137" y="177066"/>
                  <a:pt x="0" y="164600"/>
                </a:cubicBezTo>
                <a:lnTo>
                  <a:pt x="0" y="166933"/>
                </a:lnTo>
                <a:cubicBezTo>
                  <a:pt x="6654" y="180813"/>
                  <a:pt x="14894" y="201596"/>
                  <a:pt x="15697" y="203623"/>
                </a:cubicBezTo>
                <a:lnTo>
                  <a:pt x="14206" y="209129"/>
                </a:lnTo>
                <a:lnTo>
                  <a:pt x="15257" y="209129"/>
                </a:lnTo>
                <a:lnTo>
                  <a:pt x="16691" y="203872"/>
                </a:lnTo>
                <a:cubicBezTo>
                  <a:pt x="27570" y="192209"/>
                  <a:pt x="58085" y="191310"/>
                  <a:pt x="61985" y="191253"/>
                </a:cubicBezTo>
                <a:lnTo>
                  <a:pt x="65637" y="209129"/>
                </a:lnTo>
                <a:lnTo>
                  <a:pt x="66670" y="209129"/>
                </a:lnTo>
                <a:close/>
                <a:moveTo>
                  <a:pt x="22504" y="54510"/>
                </a:moveTo>
                <a:cubicBezTo>
                  <a:pt x="25066" y="60284"/>
                  <a:pt x="27742" y="66249"/>
                  <a:pt x="30496" y="72310"/>
                </a:cubicBezTo>
                <a:cubicBezTo>
                  <a:pt x="30496" y="72348"/>
                  <a:pt x="30496" y="72387"/>
                  <a:pt x="30496" y="72425"/>
                </a:cubicBezTo>
                <a:cubicBezTo>
                  <a:pt x="30629" y="73075"/>
                  <a:pt x="30706" y="73725"/>
                  <a:pt x="30763" y="74375"/>
                </a:cubicBezTo>
                <a:cubicBezTo>
                  <a:pt x="28526" y="74318"/>
                  <a:pt x="20324" y="74126"/>
                  <a:pt x="14798" y="74604"/>
                </a:cubicBezTo>
                <a:cubicBezTo>
                  <a:pt x="18966" y="69021"/>
                  <a:pt x="21624" y="58410"/>
                  <a:pt x="22504" y="54510"/>
                </a:cubicBezTo>
                <a:close/>
                <a:moveTo>
                  <a:pt x="66975" y="148788"/>
                </a:moveTo>
                <a:cubicBezTo>
                  <a:pt x="68620" y="152058"/>
                  <a:pt x="70283" y="155308"/>
                  <a:pt x="71946" y="158539"/>
                </a:cubicBezTo>
                <a:cubicBezTo>
                  <a:pt x="66211" y="162191"/>
                  <a:pt x="62540" y="176741"/>
                  <a:pt x="61278" y="182630"/>
                </a:cubicBezTo>
                <a:lnTo>
                  <a:pt x="60456" y="178653"/>
                </a:lnTo>
                <a:cubicBezTo>
                  <a:pt x="60456" y="178653"/>
                  <a:pt x="60456" y="178653"/>
                  <a:pt x="60456" y="178653"/>
                </a:cubicBezTo>
                <a:lnTo>
                  <a:pt x="56249" y="157966"/>
                </a:lnTo>
                <a:cubicBezTo>
                  <a:pt x="58257" y="155002"/>
                  <a:pt x="63763" y="148081"/>
                  <a:pt x="66975" y="148788"/>
                </a:cubicBezTo>
                <a:close/>
                <a:moveTo>
                  <a:pt x="55217" y="158004"/>
                </a:moveTo>
                <a:lnTo>
                  <a:pt x="56976" y="166646"/>
                </a:lnTo>
                <a:cubicBezTo>
                  <a:pt x="55198" y="165575"/>
                  <a:pt x="51297" y="163281"/>
                  <a:pt x="46804" y="160948"/>
                </a:cubicBezTo>
                <a:cubicBezTo>
                  <a:pt x="45906" y="155327"/>
                  <a:pt x="43057" y="142402"/>
                  <a:pt x="41872" y="137125"/>
                </a:cubicBezTo>
                <a:cubicBezTo>
                  <a:pt x="46881" y="143760"/>
                  <a:pt x="53458" y="153052"/>
                  <a:pt x="55217" y="158004"/>
                </a:cubicBezTo>
                <a:close/>
                <a:moveTo>
                  <a:pt x="36881" y="128980"/>
                </a:moveTo>
                <a:lnTo>
                  <a:pt x="38640" y="122403"/>
                </a:lnTo>
                <a:cubicBezTo>
                  <a:pt x="44395" y="123302"/>
                  <a:pt x="49864" y="133187"/>
                  <a:pt x="50322" y="134047"/>
                </a:cubicBezTo>
                <a:lnTo>
                  <a:pt x="54337" y="153740"/>
                </a:lnTo>
                <a:cubicBezTo>
                  <a:pt x="49462" y="144792"/>
                  <a:pt x="38411" y="130892"/>
                  <a:pt x="36881" y="128980"/>
                </a:cubicBezTo>
                <a:close/>
                <a:moveTo>
                  <a:pt x="60800" y="136456"/>
                </a:moveTo>
                <a:cubicBezTo>
                  <a:pt x="62674" y="140223"/>
                  <a:pt x="64547" y="143989"/>
                  <a:pt x="66440" y="147717"/>
                </a:cubicBezTo>
                <a:cubicBezTo>
                  <a:pt x="62635" y="147794"/>
                  <a:pt x="57798" y="154027"/>
                  <a:pt x="55963" y="156589"/>
                </a:cubicBezTo>
                <a:lnTo>
                  <a:pt x="51393" y="134181"/>
                </a:lnTo>
                <a:cubicBezTo>
                  <a:pt x="55695" y="132192"/>
                  <a:pt x="60704" y="136380"/>
                  <a:pt x="60762" y="136418"/>
                </a:cubicBezTo>
                <a:cubicBezTo>
                  <a:pt x="60781" y="136437"/>
                  <a:pt x="60781" y="136437"/>
                  <a:pt x="60800" y="136456"/>
                </a:cubicBezTo>
                <a:close/>
                <a:moveTo>
                  <a:pt x="59863" y="134525"/>
                </a:moveTo>
                <a:cubicBezTo>
                  <a:pt x="57913" y="133320"/>
                  <a:pt x="54471" y="131753"/>
                  <a:pt x="51183" y="133148"/>
                </a:cubicBezTo>
                <a:lnTo>
                  <a:pt x="45313" y="104335"/>
                </a:lnTo>
                <a:cubicBezTo>
                  <a:pt x="50036" y="114354"/>
                  <a:pt x="54892" y="124468"/>
                  <a:pt x="59863" y="134525"/>
                </a:cubicBezTo>
                <a:close/>
                <a:moveTo>
                  <a:pt x="49711" y="131007"/>
                </a:moveTo>
                <a:cubicBezTo>
                  <a:pt x="47550" y="127661"/>
                  <a:pt x="43439" y="122212"/>
                  <a:pt x="38908" y="121428"/>
                </a:cubicBezTo>
                <a:lnTo>
                  <a:pt x="43956" y="102767"/>
                </a:lnTo>
                <a:close/>
                <a:moveTo>
                  <a:pt x="38277" y="119860"/>
                </a:moveTo>
                <a:cubicBezTo>
                  <a:pt x="37206" y="116132"/>
                  <a:pt x="34453" y="107911"/>
                  <a:pt x="30247" y="105502"/>
                </a:cubicBezTo>
                <a:lnTo>
                  <a:pt x="43286" y="101314"/>
                </a:lnTo>
                <a:close/>
                <a:moveTo>
                  <a:pt x="29348" y="104718"/>
                </a:moveTo>
                <a:cubicBezTo>
                  <a:pt x="29540" y="102175"/>
                  <a:pt x="29960" y="94737"/>
                  <a:pt x="28794" y="90932"/>
                </a:cubicBezTo>
                <a:lnTo>
                  <a:pt x="42866" y="100378"/>
                </a:lnTo>
                <a:close/>
                <a:moveTo>
                  <a:pt x="42885" y="99173"/>
                </a:moveTo>
                <a:lnTo>
                  <a:pt x="28010" y="89173"/>
                </a:lnTo>
                <a:cubicBezTo>
                  <a:pt x="29023" y="87663"/>
                  <a:pt x="32140" y="82329"/>
                  <a:pt x="31834" y="75254"/>
                </a:cubicBezTo>
                <a:cubicBezTo>
                  <a:pt x="35390" y="83074"/>
                  <a:pt x="39080" y="91066"/>
                  <a:pt x="42885" y="99173"/>
                </a:cubicBezTo>
                <a:close/>
                <a:moveTo>
                  <a:pt x="11051" y="77797"/>
                </a:moveTo>
                <a:cubicBezTo>
                  <a:pt x="12141" y="77319"/>
                  <a:pt x="13116" y="76612"/>
                  <a:pt x="13900" y="75713"/>
                </a:cubicBezTo>
                <a:cubicBezTo>
                  <a:pt x="19368" y="75121"/>
                  <a:pt x="28603" y="75331"/>
                  <a:pt x="30801" y="75388"/>
                </a:cubicBezTo>
                <a:cubicBezTo>
                  <a:pt x="31050" y="82061"/>
                  <a:pt x="28086" y="87185"/>
                  <a:pt x="27150" y="88600"/>
                </a:cubicBezTo>
                <a:close/>
                <a:moveTo>
                  <a:pt x="10841" y="78887"/>
                </a:moveTo>
                <a:lnTo>
                  <a:pt x="27016" y="89728"/>
                </a:lnTo>
                <a:cubicBezTo>
                  <a:pt x="28794" y="90932"/>
                  <a:pt x="28737" y="99613"/>
                  <a:pt x="28297" y="105062"/>
                </a:cubicBezTo>
                <a:lnTo>
                  <a:pt x="18412" y="108236"/>
                </a:lnTo>
                <a:cubicBezTo>
                  <a:pt x="18775" y="101678"/>
                  <a:pt x="12714" y="84126"/>
                  <a:pt x="10841" y="78887"/>
                </a:cubicBezTo>
                <a:close/>
                <a:moveTo>
                  <a:pt x="28775" y="105980"/>
                </a:moveTo>
                <a:cubicBezTo>
                  <a:pt x="34052" y="107452"/>
                  <a:pt x="37417" y="120472"/>
                  <a:pt x="37742" y="121830"/>
                </a:cubicBezTo>
                <a:lnTo>
                  <a:pt x="36193" y="127565"/>
                </a:lnTo>
                <a:cubicBezTo>
                  <a:pt x="32981" y="121371"/>
                  <a:pt x="21815" y="111677"/>
                  <a:pt x="18852" y="109153"/>
                </a:cubicBezTo>
                <a:close/>
                <a:moveTo>
                  <a:pt x="7361" y="112843"/>
                </a:moveTo>
                <a:lnTo>
                  <a:pt x="17705" y="109536"/>
                </a:lnTo>
                <a:cubicBezTo>
                  <a:pt x="19597" y="111123"/>
                  <a:pt x="33555" y="123015"/>
                  <a:pt x="35792" y="129133"/>
                </a:cubicBezTo>
                <a:lnTo>
                  <a:pt x="34281" y="134678"/>
                </a:lnTo>
                <a:cubicBezTo>
                  <a:pt x="29501" y="126896"/>
                  <a:pt x="11720" y="115558"/>
                  <a:pt x="7361" y="112843"/>
                </a:cubicBezTo>
                <a:close/>
                <a:moveTo>
                  <a:pt x="36556" y="130204"/>
                </a:moveTo>
                <a:cubicBezTo>
                  <a:pt x="37302" y="131160"/>
                  <a:pt x="38698" y="132919"/>
                  <a:pt x="40399" y="135156"/>
                </a:cubicBezTo>
                <a:cubicBezTo>
                  <a:pt x="40724" y="136647"/>
                  <a:pt x="44453" y="153109"/>
                  <a:pt x="45676" y="160355"/>
                </a:cubicBezTo>
                <a:cubicBezTo>
                  <a:pt x="40227" y="157583"/>
                  <a:pt x="34128" y="154926"/>
                  <a:pt x="30018" y="154448"/>
                </a:cubicBezTo>
                <a:close/>
                <a:moveTo>
                  <a:pt x="28067" y="161617"/>
                </a:moveTo>
                <a:lnTo>
                  <a:pt x="29750" y="155442"/>
                </a:lnTo>
                <a:cubicBezTo>
                  <a:pt x="37895" y="156302"/>
                  <a:pt x="55313" y="166837"/>
                  <a:pt x="57244" y="168022"/>
                </a:cubicBezTo>
                <a:lnTo>
                  <a:pt x="59232" y="177716"/>
                </a:lnTo>
                <a:cubicBezTo>
                  <a:pt x="54701" y="174963"/>
                  <a:pt x="36308" y="163912"/>
                  <a:pt x="28067" y="161617"/>
                </a:cubicBezTo>
                <a:close/>
                <a:moveTo>
                  <a:pt x="27819" y="162592"/>
                </a:moveTo>
                <a:cubicBezTo>
                  <a:pt x="36461" y="165040"/>
                  <a:pt x="57397" y="177792"/>
                  <a:pt x="59519" y="179093"/>
                </a:cubicBezTo>
                <a:lnTo>
                  <a:pt x="60551" y="184236"/>
                </a:lnTo>
                <a:cubicBezTo>
                  <a:pt x="49194" y="178653"/>
                  <a:pt x="27283" y="180259"/>
                  <a:pt x="22943" y="180641"/>
                </a:cubicBezTo>
                <a:close/>
                <a:moveTo>
                  <a:pt x="17208" y="201940"/>
                </a:moveTo>
                <a:lnTo>
                  <a:pt x="22657" y="181693"/>
                </a:lnTo>
                <a:cubicBezTo>
                  <a:pt x="25830" y="181406"/>
                  <a:pt x="49749" y="179494"/>
                  <a:pt x="60819" y="185517"/>
                </a:cubicBezTo>
                <a:lnTo>
                  <a:pt x="61775" y="190220"/>
                </a:lnTo>
                <a:cubicBezTo>
                  <a:pt x="57110" y="190297"/>
                  <a:pt x="29176" y="191195"/>
                  <a:pt x="17208" y="201940"/>
                </a:cubicBezTo>
                <a:close/>
                <a:moveTo>
                  <a:pt x="61794" y="185173"/>
                </a:moveTo>
                <a:cubicBezTo>
                  <a:pt x="62081" y="183643"/>
                  <a:pt x="65981" y="163663"/>
                  <a:pt x="72405" y="159457"/>
                </a:cubicBezTo>
                <a:cubicBezTo>
                  <a:pt x="76306" y="167009"/>
                  <a:pt x="80244" y="174466"/>
                  <a:pt x="84164" y="181693"/>
                </a:cubicBezTo>
                <a:cubicBezTo>
                  <a:pt x="81028" y="182362"/>
                  <a:pt x="67052" y="185861"/>
                  <a:pt x="64127" y="196644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4"/>
          <p:cNvSpPr/>
          <p:nvPr/>
        </p:nvSpPr>
        <p:spPr>
          <a:xfrm flipH="1">
            <a:off x="4300066" y="767438"/>
            <a:ext cx="839601" cy="654173"/>
          </a:xfrm>
          <a:custGeom>
            <a:avLst/>
            <a:gdLst/>
            <a:ahLst/>
            <a:cxnLst/>
            <a:rect l="l" t="t" r="r" b="b"/>
            <a:pathLst>
              <a:path w="281509" h="219337" extrusionOk="0">
                <a:moveTo>
                  <a:pt x="128587" y="116910"/>
                </a:moveTo>
                <a:cubicBezTo>
                  <a:pt x="139286" y="88792"/>
                  <a:pt x="158858" y="111300"/>
                  <a:pt x="158858" y="111300"/>
                </a:cubicBezTo>
                <a:cubicBezTo>
                  <a:pt x="164338" y="91337"/>
                  <a:pt x="180257" y="106864"/>
                  <a:pt x="180257" y="106864"/>
                </a:cubicBezTo>
                <a:cubicBezTo>
                  <a:pt x="180192" y="95120"/>
                  <a:pt x="192391" y="99752"/>
                  <a:pt x="192391" y="99752"/>
                </a:cubicBezTo>
                <a:cubicBezTo>
                  <a:pt x="189651" y="95838"/>
                  <a:pt x="190043" y="91597"/>
                  <a:pt x="190630" y="88335"/>
                </a:cubicBezTo>
                <a:cubicBezTo>
                  <a:pt x="193435" y="90619"/>
                  <a:pt x="199502" y="91402"/>
                  <a:pt x="203743" y="88923"/>
                </a:cubicBezTo>
                <a:cubicBezTo>
                  <a:pt x="207918" y="86444"/>
                  <a:pt x="210202" y="80768"/>
                  <a:pt x="209549" y="77179"/>
                </a:cubicBezTo>
                <a:cubicBezTo>
                  <a:pt x="212746" y="78223"/>
                  <a:pt x="216595" y="79985"/>
                  <a:pt x="218683" y="84291"/>
                </a:cubicBezTo>
                <a:cubicBezTo>
                  <a:pt x="218683" y="84291"/>
                  <a:pt x="220575" y="71373"/>
                  <a:pt x="230817" y="77114"/>
                </a:cubicBezTo>
                <a:cubicBezTo>
                  <a:pt x="230817" y="77114"/>
                  <a:pt x="224946" y="55650"/>
                  <a:pt x="245105" y="60543"/>
                </a:cubicBezTo>
                <a:cubicBezTo>
                  <a:pt x="245105" y="60543"/>
                  <a:pt x="234928" y="32490"/>
                  <a:pt x="264677" y="36796"/>
                </a:cubicBezTo>
                <a:cubicBezTo>
                  <a:pt x="264677" y="36796"/>
                  <a:pt x="252477" y="19899"/>
                  <a:pt x="281509" y="14615"/>
                </a:cubicBezTo>
                <a:cubicBezTo>
                  <a:pt x="281509" y="14615"/>
                  <a:pt x="253912" y="1"/>
                  <a:pt x="207266" y="40189"/>
                </a:cubicBezTo>
                <a:cubicBezTo>
                  <a:pt x="208571" y="47952"/>
                  <a:pt x="206679" y="55911"/>
                  <a:pt x="202047" y="62240"/>
                </a:cubicBezTo>
                <a:cubicBezTo>
                  <a:pt x="201786" y="61652"/>
                  <a:pt x="201460" y="61065"/>
                  <a:pt x="201068" y="60543"/>
                </a:cubicBezTo>
                <a:cubicBezTo>
                  <a:pt x="200351" y="59695"/>
                  <a:pt x="200155" y="58521"/>
                  <a:pt x="200481" y="57477"/>
                </a:cubicBezTo>
                <a:cubicBezTo>
                  <a:pt x="196958" y="59173"/>
                  <a:pt x="196567" y="62762"/>
                  <a:pt x="196567" y="64523"/>
                </a:cubicBezTo>
                <a:cubicBezTo>
                  <a:pt x="192326" y="65241"/>
                  <a:pt x="188542" y="67459"/>
                  <a:pt x="185933" y="70786"/>
                </a:cubicBezTo>
                <a:cubicBezTo>
                  <a:pt x="184367" y="69938"/>
                  <a:pt x="181040" y="68568"/>
                  <a:pt x="177843" y="70786"/>
                </a:cubicBezTo>
                <a:cubicBezTo>
                  <a:pt x="178887" y="70982"/>
                  <a:pt x="179800" y="71765"/>
                  <a:pt x="180192" y="72808"/>
                </a:cubicBezTo>
                <a:cubicBezTo>
                  <a:pt x="180518" y="73396"/>
                  <a:pt x="180844" y="73983"/>
                  <a:pt x="181235" y="74505"/>
                </a:cubicBezTo>
                <a:cubicBezTo>
                  <a:pt x="173407" y="75483"/>
                  <a:pt x="165578" y="73265"/>
                  <a:pt x="159445" y="68307"/>
                </a:cubicBezTo>
                <a:cubicBezTo>
                  <a:pt x="101708" y="89640"/>
                  <a:pt x="100991" y="120890"/>
                  <a:pt x="100991" y="120890"/>
                </a:cubicBezTo>
                <a:cubicBezTo>
                  <a:pt x="119780" y="98056"/>
                  <a:pt x="128587" y="116910"/>
                  <a:pt x="128587" y="116910"/>
                </a:cubicBezTo>
                <a:close/>
                <a:moveTo>
                  <a:pt x="18985" y="196177"/>
                </a:moveTo>
                <a:cubicBezTo>
                  <a:pt x="38687" y="183781"/>
                  <a:pt x="40318" y="206876"/>
                  <a:pt x="40318" y="206876"/>
                </a:cubicBezTo>
                <a:cubicBezTo>
                  <a:pt x="53040" y="197025"/>
                  <a:pt x="55649" y="214183"/>
                  <a:pt x="55649" y="214183"/>
                </a:cubicBezTo>
                <a:cubicBezTo>
                  <a:pt x="61129" y="206811"/>
                  <a:pt x="66544" y="215422"/>
                  <a:pt x="66544" y="215422"/>
                </a:cubicBezTo>
                <a:cubicBezTo>
                  <a:pt x="66675" y="211704"/>
                  <a:pt x="68828" y="209225"/>
                  <a:pt x="70785" y="207463"/>
                </a:cubicBezTo>
                <a:cubicBezTo>
                  <a:pt x="71437" y="210269"/>
                  <a:pt x="74830" y="213531"/>
                  <a:pt x="78614" y="213987"/>
                </a:cubicBezTo>
                <a:cubicBezTo>
                  <a:pt x="82332" y="214379"/>
                  <a:pt x="86442" y="211965"/>
                  <a:pt x="87682" y="209420"/>
                </a:cubicBezTo>
                <a:cubicBezTo>
                  <a:pt x="89182" y="211573"/>
                  <a:pt x="90748" y="214444"/>
                  <a:pt x="90031" y="218097"/>
                </a:cubicBezTo>
                <a:cubicBezTo>
                  <a:pt x="90031" y="218097"/>
                  <a:pt x="97272" y="210986"/>
                  <a:pt x="100860" y="219337"/>
                </a:cubicBezTo>
                <a:cubicBezTo>
                  <a:pt x="100860" y="219337"/>
                  <a:pt x="107319" y="203288"/>
                  <a:pt x="117496" y="215749"/>
                </a:cubicBezTo>
                <a:cubicBezTo>
                  <a:pt x="117496" y="215749"/>
                  <a:pt x="124281" y="193632"/>
                  <a:pt x="140722" y="210203"/>
                </a:cubicBezTo>
                <a:cubicBezTo>
                  <a:pt x="140722" y="210203"/>
                  <a:pt x="141048" y="194024"/>
                  <a:pt x="161533" y="204332"/>
                </a:cubicBezTo>
                <a:cubicBezTo>
                  <a:pt x="161533" y="204332"/>
                  <a:pt x="151225" y="182346"/>
                  <a:pt x="103535" y="185412"/>
                </a:cubicBezTo>
                <a:cubicBezTo>
                  <a:pt x="100730" y="190827"/>
                  <a:pt x="95902" y="194872"/>
                  <a:pt x="90031" y="196633"/>
                </a:cubicBezTo>
                <a:cubicBezTo>
                  <a:pt x="90161" y="196177"/>
                  <a:pt x="90226" y="195655"/>
                  <a:pt x="90226" y="195133"/>
                </a:cubicBezTo>
                <a:cubicBezTo>
                  <a:pt x="90161" y="194285"/>
                  <a:pt x="90552" y="193437"/>
                  <a:pt x="91270" y="192980"/>
                </a:cubicBezTo>
                <a:cubicBezTo>
                  <a:pt x="89052" y="192589"/>
                  <a:pt x="86769" y="193632"/>
                  <a:pt x="85529" y="195524"/>
                </a:cubicBezTo>
                <a:cubicBezTo>
                  <a:pt x="82593" y="193959"/>
                  <a:pt x="79201" y="193567"/>
                  <a:pt x="76004" y="194415"/>
                </a:cubicBezTo>
                <a:cubicBezTo>
                  <a:pt x="75482" y="193176"/>
                  <a:pt x="74047" y="190762"/>
                  <a:pt x="70981" y="190631"/>
                </a:cubicBezTo>
                <a:cubicBezTo>
                  <a:pt x="71568" y="191284"/>
                  <a:pt x="71763" y="192197"/>
                  <a:pt x="71568" y="192980"/>
                </a:cubicBezTo>
                <a:cubicBezTo>
                  <a:pt x="71437" y="193502"/>
                  <a:pt x="71372" y="194024"/>
                  <a:pt x="71372" y="194546"/>
                </a:cubicBezTo>
                <a:cubicBezTo>
                  <a:pt x="66088" y="191479"/>
                  <a:pt x="62239" y="186391"/>
                  <a:pt x="60738" y="180519"/>
                </a:cubicBezTo>
                <a:cubicBezTo>
                  <a:pt x="15005" y="166688"/>
                  <a:pt x="0" y="185738"/>
                  <a:pt x="0" y="185738"/>
                </a:cubicBezTo>
                <a:cubicBezTo>
                  <a:pt x="22312" y="180324"/>
                  <a:pt x="18985" y="196177"/>
                  <a:pt x="18985" y="19617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42000">
                <a:srgbClr val="FFF2CC"/>
              </a:gs>
              <a:gs pos="7000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vector illustration on a Halloween theme with pumpkins 358003 Vector ...">
            <a:extLst>
              <a:ext uri="{FF2B5EF4-FFF2-40B4-BE49-F238E27FC236}">
                <a16:creationId xmlns:a16="http://schemas.microsoft.com/office/drawing/2014/main" id="{D8D2E316-D23C-B7CE-3558-56040D5F4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0"/>
            <a:ext cx="5141913" cy="5143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 descr="Fogos de artifício no céu&#10;&#10;Descrição gerada automaticamente">
            <a:extLst>
              <a:ext uri="{FF2B5EF4-FFF2-40B4-BE49-F238E27FC236}">
                <a16:creationId xmlns:a16="http://schemas.microsoft.com/office/drawing/2014/main" id="{6703DB43-6BE6-287E-3FC8-BAE0458D1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52" y="70163"/>
            <a:ext cx="8038095" cy="500317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DC1A741-6940-4AB0-0879-F0B418F40614}"/>
              </a:ext>
            </a:extLst>
          </p:cNvPr>
          <p:cNvSpPr/>
          <p:nvPr/>
        </p:nvSpPr>
        <p:spPr>
          <a:xfrm>
            <a:off x="-481696" y="-161551"/>
            <a:ext cx="9752642" cy="5762251"/>
          </a:xfrm>
          <a:prstGeom prst="rect">
            <a:avLst/>
          </a:prstGeom>
          <a:solidFill>
            <a:schemeClr val="dk1">
              <a:alpha val="4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9" name="Google Shape;229;p34"/>
          <p:cNvSpPr/>
          <p:nvPr/>
        </p:nvSpPr>
        <p:spPr>
          <a:xfrm rot="10800000">
            <a:off x="7471229" y="0"/>
            <a:ext cx="1672767" cy="1421600"/>
          </a:xfrm>
          <a:custGeom>
            <a:avLst/>
            <a:gdLst/>
            <a:ahLst/>
            <a:cxnLst/>
            <a:rect l="l" t="t" r="r" b="b"/>
            <a:pathLst>
              <a:path w="100856" h="209130" extrusionOk="0">
                <a:moveTo>
                  <a:pt x="66670" y="209129"/>
                </a:moveTo>
                <a:lnTo>
                  <a:pt x="64681" y="199340"/>
                </a:lnTo>
                <a:cubicBezTo>
                  <a:pt x="65867" y="186740"/>
                  <a:pt x="82290" y="183089"/>
                  <a:pt x="84680" y="182630"/>
                </a:cubicBezTo>
                <a:cubicBezTo>
                  <a:pt x="89689" y="191864"/>
                  <a:pt x="94718" y="200736"/>
                  <a:pt x="99670" y="209129"/>
                </a:cubicBezTo>
                <a:lnTo>
                  <a:pt x="100855" y="209129"/>
                </a:lnTo>
                <a:cubicBezTo>
                  <a:pt x="62349" y="144257"/>
                  <a:pt x="20439" y="48506"/>
                  <a:pt x="0" y="0"/>
                </a:cubicBezTo>
                <a:lnTo>
                  <a:pt x="0" y="2619"/>
                </a:lnTo>
                <a:cubicBezTo>
                  <a:pt x="3078" y="9904"/>
                  <a:pt x="6596" y="18164"/>
                  <a:pt x="10497" y="27169"/>
                </a:cubicBezTo>
                <a:cubicBezTo>
                  <a:pt x="9617" y="28297"/>
                  <a:pt x="5009" y="34186"/>
                  <a:pt x="0" y="40361"/>
                </a:cubicBezTo>
                <a:lnTo>
                  <a:pt x="0" y="41986"/>
                </a:lnTo>
                <a:cubicBezTo>
                  <a:pt x="4837" y="36059"/>
                  <a:pt x="9445" y="30171"/>
                  <a:pt x="10955" y="28240"/>
                </a:cubicBezTo>
                <a:cubicBezTo>
                  <a:pt x="12791" y="32465"/>
                  <a:pt x="14703" y="36843"/>
                  <a:pt x="16691" y="41375"/>
                </a:cubicBezTo>
                <a:cubicBezTo>
                  <a:pt x="15716" y="46174"/>
                  <a:pt x="6711" y="54376"/>
                  <a:pt x="0" y="59940"/>
                </a:cubicBezTo>
                <a:lnTo>
                  <a:pt x="0" y="61278"/>
                </a:lnTo>
                <a:cubicBezTo>
                  <a:pt x="6367" y="56058"/>
                  <a:pt x="15200" y="48143"/>
                  <a:pt x="17303" y="42790"/>
                </a:cubicBezTo>
                <a:cubicBezTo>
                  <a:pt x="18775" y="46097"/>
                  <a:pt x="20267" y="49481"/>
                  <a:pt x="21796" y="52923"/>
                </a:cubicBezTo>
                <a:cubicBezTo>
                  <a:pt x="21567" y="54013"/>
                  <a:pt x="18431" y="68983"/>
                  <a:pt x="13384" y="74796"/>
                </a:cubicBezTo>
                <a:cubicBezTo>
                  <a:pt x="13307" y="74853"/>
                  <a:pt x="13269" y="74910"/>
                  <a:pt x="13212" y="74987"/>
                </a:cubicBezTo>
                <a:cubicBezTo>
                  <a:pt x="12198" y="76115"/>
                  <a:pt x="11108" y="76860"/>
                  <a:pt x="9942" y="77052"/>
                </a:cubicBezTo>
                <a:lnTo>
                  <a:pt x="0" y="70360"/>
                </a:lnTo>
                <a:lnTo>
                  <a:pt x="0" y="71584"/>
                </a:lnTo>
                <a:lnTo>
                  <a:pt x="9407" y="77912"/>
                </a:lnTo>
                <a:cubicBezTo>
                  <a:pt x="10133" y="79901"/>
                  <a:pt x="18144" y="102060"/>
                  <a:pt x="17341" y="108580"/>
                </a:cubicBezTo>
                <a:lnTo>
                  <a:pt x="6501" y="112060"/>
                </a:lnTo>
                <a:lnTo>
                  <a:pt x="0" y="89269"/>
                </a:lnTo>
                <a:lnTo>
                  <a:pt x="0" y="92997"/>
                </a:lnTo>
                <a:lnTo>
                  <a:pt x="5526" y="112365"/>
                </a:lnTo>
                <a:lnTo>
                  <a:pt x="0" y="114144"/>
                </a:lnTo>
                <a:lnTo>
                  <a:pt x="0" y="115214"/>
                </a:lnTo>
                <a:lnTo>
                  <a:pt x="6080" y="113264"/>
                </a:lnTo>
                <a:cubicBezTo>
                  <a:pt x="8298" y="114622"/>
                  <a:pt x="30018" y="128120"/>
                  <a:pt x="33899" y="136093"/>
                </a:cubicBezTo>
                <a:lnTo>
                  <a:pt x="30629" y="148253"/>
                </a:lnTo>
                <a:cubicBezTo>
                  <a:pt x="27092" y="143836"/>
                  <a:pt x="9980" y="122747"/>
                  <a:pt x="0" y="116094"/>
                </a:cubicBezTo>
                <a:lnTo>
                  <a:pt x="0" y="117337"/>
                </a:lnTo>
                <a:cubicBezTo>
                  <a:pt x="10420" y="124659"/>
                  <a:pt x="28488" y="147201"/>
                  <a:pt x="30285" y="149476"/>
                </a:cubicBezTo>
                <a:lnTo>
                  <a:pt x="27226" y="160814"/>
                </a:lnTo>
                <a:cubicBezTo>
                  <a:pt x="24033" y="156474"/>
                  <a:pt x="9770" y="137221"/>
                  <a:pt x="0" y="125730"/>
                </a:cubicBezTo>
                <a:lnTo>
                  <a:pt x="0" y="127279"/>
                </a:lnTo>
                <a:cubicBezTo>
                  <a:pt x="8240" y="137106"/>
                  <a:pt x="19808" y="152440"/>
                  <a:pt x="26901" y="162076"/>
                </a:cubicBezTo>
                <a:lnTo>
                  <a:pt x="22274" y="179188"/>
                </a:lnTo>
                <a:cubicBezTo>
                  <a:pt x="18909" y="167315"/>
                  <a:pt x="6807" y="152478"/>
                  <a:pt x="0" y="144792"/>
                </a:cubicBezTo>
                <a:lnTo>
                  <a:pt x="0" y="146379"/>
                </a:lnTo>
                <a:cubicBezTo>
                  <a:pt x="7227" y="154658"/>
                  <a:pt x="19349" y="169877"/>
                  <a:pt x="21739" y="181215"/>
                </a:cubicBezTo>
                <a:lnTo>
                  <a:pt x="16137" y="201979"/>
                </a:lnTo>
                <a:cubicBezTo>
                  <a:pt x="13957" y="196491"/>
                  <a:pt x="6137" y="177066"/>
                  <a:pt x="0" y="164600"/>
                </a:cubicBezTo>
                <a:lnTo>
                  <a:pt x="0" y="166933"/>
                </a:lnTo>
                <a:cubicBezTo>
                  <a:pt x="6654" y="180813"/>
                  <a:pt x="14894" y="201596"/>
                  <a:pt x="15697" y="203623"/>
                </a:cubicBezTo>
                <a:lnTo>
                  <a:pt x="14206" y="209129"/>
                </a:lnTo>
                <a:lnTo>
                  <a:pt x="15257" y="209129"/>
                </a:lnTo>
                <a:lnTo>
                  <a:pt x="16691" y="203872"/>
                </a:lnTo>
                <a:cubicBezTo>
                  <a:pt x="27570" y="192209"/>
                  <a:pt x="58085" y="191310"/>
                  <a:pt x="61985" y="191253"/>
                </a:cubicBezTo>
                <a:lnTo>
                  <a:pt x="65637" y="209129"/>
                </a:lnTo>
                <a:lnTo>
                  <a:pt x="66670" y="209129"/>
                </a:lnTo>
                <a:close/>
                <a:moveTo>
                  <a:pt x="22504" y="54510"/>
                </a:moveTo>
                <a:cubicBezTo>
                  <a:pt x="25066" y="60284"/>
                  <a:pt x="27742" y="66249"/>
                  <a:pt x="30496" y="72310"/>
                </a:cubicBezTo>
                <a:cubicBezTo>
                  <a:pt x="30496" y="72348"/>
                  <a:pt x="30496" y="72387"/>
                  <a:pt x="30496" y="72425"/>
                </a:cubicBezTo>
                <a:cubicBezTo>
                  <a:pt x="30629" y="73075"/>
                  <a:pt x="30706" y="73725"/>
                  <a:pt x="30763" y="74375"/>
                </a:cubicBezTo>
                <a:cubicBezTo>
                  <a:pt x="28526" y="74318"/>
                  <a:pt x="20324" y="74126"/>
                  <a:pt x="14798" y="74604"/>
                </a:cubicBezTo>
                <a:cubicBezTo>
                  <a:pt x="18966" y="69021"/>
                  <a:pt x="21624" y="58410"/>
                  <a:pt x="22504" y="54510"/>
                </a:cubicBezTo>
                <a:close/>
                <a:moveTo>
                  <a:pt x="66975" y="148788"/>
                </a:moveTo>
                <a:cubicBezTo>
                  <a:pt x="68620" y="152058"/>
                  <a:pt x="70283" y="155308"/>
                  <a:pt x="71946" y="158539"/>
                </a:cubicBezTo>
                <a:cubicBezTo>
                  <a:pt x="66211" y="162191"/>
                  <a:pt x="62540" y="176741"/>
                  <a:pt x="61278" y="182630"/>
                </a:cubicBezTo>
                <a:lnTo>
                  <a:pt x="60456" y="178653"/>
                </a:lnTo>
                <a:cubicBezTo>
                  <a:pt x="60456" y="178653"/>
                  <a:pt x="60456" y="178653"/>
                  <a:pt x="60456" y="178653"/>
                </a:cubicBezTo>
                <a:lnTo>
                  <a:pt x="56249" y="157966"/>
                </a:lnTo>
                <a:cubicBezTo>
                  <a:pt x="58257" y="155002"/>
                  <a:pt x="63763" y="148081"/>
                  <a:pt x="66975" y="148788"/>
                </a:cubicBezTo>
                <a:close/>
                <a:moveTo>
                  <a:pt x="55217" y="158004"/>
                </a:moveTo>
                <a:lnTo>
                  <a:pt x="56976" y="166646"/>
                </a:lnTo>
                <a:cubicBezTo>
                  <a:pt x="55198" y="165575"/>
                  <a:pt x="51297" y="163281"/>
                  <a:pt x="46804" y="160948"/>
                </a:cubicBezTo>
                <a:cubicBezTo>
                  <a:pt x="45906" y="155327"/>
                  <a:pt x="43057" y="142402"/>
                  <a:pt x="41872" y="137125"/>
                </a:cubicBezTo>
                <a:cubicBezTo>
                  <a:pt x="46881" y="143760"/>
                  <a:pt x="53458" y="153052"/>
                  <a:pt x="55217" y="158004"/>
                </a:cubicBezTo>
                <a:close/>
                <a:moveTo>
                  <a:pt x="36881" y="128980"/>
                </a:moveTo>
                <a:lnTo>
                  <a:pt x="38640" y="122403"/>
                </a:lnTo>
                <a:cubicBezTo>
                  <a:pt x="44395" y="123302"/>
                  <a:pt x="49864" y="133187"/>
                  <a:pt x="50322" y="134047"/>
                </a:cubicBezTo>
                <a:lnTo>
                  <a:pt x="54337" y="153740"/>
                </a:lnTo>
                <a:cubicBezTo>
                  <a:pt x="49462" y="144792"/>
                  <a:pt x="38411" y="130892"/>
                  <a:pt x="36881" y="128980"/>
                </a:cubicBezTo>
                <a:close/>
                <a:moveTo>
                  <a:pt x="60800" y="136456"/>
                </a:moveTo>
                <a:cubicBezTo>
                  <a:pt x="62674" y="140223"/>
                  <a:pt x="64547" y="143989"/>
                  <a:pt x="66440" y="147717"/>
                </a:cubicBezTo>
                <a:cubicBezTo>
                  <a:pt x="62635" y="147794"/>
                  <a:pt x="57798" y="154027"/>
                  <a:pt x="55963" y="156589"/>
                </a:cubicBezTo>
                <a:lnTo>
                  <a:pt x="51393" y="134181"/>
                </a:lnTo>
                <a:cubicBezTo>
                  <a:pt x="55695" y="132192"/>
                  <a:pt x="60704" y="136380"/>
                  <a:pt x="60762" y="136418"/>
                </a:cubicBezTo>
                <a:cubicBezTo>
                  <a:pt x="60781" y="136437"/>
                  <a:pt x="60781" y="136437"/>
                  <a:pt x="60800" y="136456"/>
                </a:cubicBezTo>
                <a:close/>
                <a:moveTo>
                  <a:pt x="59863" y="134525"/>
                </a:moveTo>
                <a:cubicBezTo>
                  <a:pt x="57913" y="133320"/>
                  <a:pt x="54471" y="131753"/>
                  <a:pt x="51183" y="133148"/>
                </a:cubicBezTo>
                <a:lnTo>
                  <a:pt x="45313" y="104335"/>
                </a:lnTo>
                <a:cubicBezTo>
                  <a:pt x="50036" y="114354"/>
                  <a:pt x="54892" y="124468"/>
                  <a:pt x="59863" y="134525"/>
                </a:cubicBezTo>
                <a:close/>
                <a:moveTo>
                  <a:pt x="49711" y="131007"/>
                </a:moveTo>
                <a:cubicBezTo>
                  <a:pt x="47550" y="127661"/>
                  <a:pt x="43439" y="122212"/>
                  <a:pt x="38908" y="121428"/>
                </a:cubicBezTo>
                <a:lnTo>
                  <a:pt x="43956" y="102767"/>
                </a:lnTo>
                <a:close/>
                <a:moveTo>
                  <a:pt x="38277" y="119860"/>
                </a:moveTo>
                <a:cubicBezTo>
                  <a:pt x="37206" y="116132"/>
                  <a:pt x="34453" y="107911"/>
                  <a:pt x="30247" y="105502"/>
                </a:cubicBezTo>
                <a:lnTo>
                  <a:pt x="43286" y="101314"/>
                </a:lnTo>
                <a:close/>
                <a:moveTo>
                  <a:pt x="29348" y="104718"/>
                </a:moveTo>
                <a:cubicBezTo>
                  <a:pt x="29540" y="102175"/>
                  <a:pt x="29960" y="94737"/>
                  <a:pt x="28794" y="90932"/>
                </a:cubicBezTo>
                <a:lnTo>
                  <a:pt x="42866" y="100378"/>
                </a:lnTo>
                <a:close/>
                <a:moveTo>
                  <a:pt x="42885" y="99173"/>
                </a:moveTo>
                <a:lnTo>
                  <a:pt x="28010" y="89173"/>
                </a:lnTo>
                <a:cubicBezTo>
                  <a:pt x="29023" y="87663"/>
                  <a:pt x="32140" y="82329"/>
                  <a:pt x="31834" y="75254"/>
                </a:cubicBezTo>
                <a:cubicBezTo>
                  <a:pt x="35390" y="83074"/>
                  <a:pt x="39080" y="91066"/>
                  <a:pt x="42885" y="99173"/>
                </a:cubicBezTo>
                <a:close/>
                <a:moveTo>
                  <a:pt x="11051" y="77797"/>
                </a:moveTo>
                <a:cubicBezTo>
                  <a:pt x="12141" y="77319"/>
                  <a:pt x="13116" y="76612"/>
                  <a:pt x="13900" y="75713"/>
                </a:cubicBezTo>
                <a:cubicBezTo>
                  <a:pt x="19368" y="75121"/>
                  <a:pt x="28603" y="75331"/>
                  <a:pt x="30801" y="75388"/>
                </a:cubicBezTo>
                <a:cubicBezTo>
                  <a:pt x="31050" y="82061"/>
                  <a:pt x="28086" y="87185"/>
                  <a:pt x="27150" y="88600"/>
                </a:cubicBezTo>
                <a:close/>
                <a:moveTo>
                  <a:pt x="10841" y="78887"/>
                </a:moveTo>
                <a:lnTo>
                  <a:pt x="27016" y="89728"/>
                </a:lnTo>
                <a:cubicBezTo>
                  <a:pt x="28794" y="90932"/>
                  <a:pt x="28737" y="99613"/>
                  <a:pt x="28297" y="105062"/>
                </a:cubicBezTo>
                <a:lnTo>
                  <a:pt x="18412" y="108236"/>
                </a:lnTo>
                <a:cubicBezTo>
                  <a:pt x="18775" y="101678"/>
                  <a:pt x="12714" y="84126"/>
                  <a:pt x="10841" y="78887"/>
                </a:cubicBezTo>
                <a:close/>
                <a:moveTo>
                  <a:pt x="28775" y="105980"/>
                </a:moveTo>
                <a:cubicBezTo>
                  <a:pt x="34052" y="107452"/>
                  <a:pt x="37417" y="120472"/>
                  <a:pt x="37742" y="121830"/>
                </a:cubicBezTo>
                <a:lnTo>
                  <a:pt x="36193" y="127565"/>
                </a:lnTo>
                <a:cubicBezTo>
                  <a:pt x="32981" y="121371"/>
                  <a:pt x="21815" y="111677"/>
                  <a:pt x="18852" y="109153"/>
                </a:cubicBezTo>
                <a:close/>
                <a:moveTo>
                  <a:pt x="7361" y="112843"/>
                </a:moveTo>
                <a:lnTo>
                  <a:pt x="17705" y="109536"/>
                </a:lnTo>
                <a:cubicBezTo>
                  <a:pt x="19597" y="111123"/>
                  <a:pt x="33555" y="123015"/>
                  <a:pt x="35792" y="129133"/>
                </a:cubicBezTo>
                <a:lnTo>
                  <a:pt x="34281" y="134678"/>
                </a:lnTo>
                <a:cubicBezTo>
                  <a:pt x="29501" y="126896"/>
                  <a:pt x="11720" y="115558"/>
                  <a:pt x="7361" y="112843"/>
                </a:cubicBezTo>
                <a:close/>
                <a:moveTo>
                  <a:pt x="36556" y="130204"/>
                </a:moveTo>
                <a:cubicBezTo>
                  <a:pt x="37302" y="131160"/>
                  <a:pt x="38698" y="132919"/>
                  <a:pt x="40399" y="135156"/>
                </a:cubicBezTo>
                <a:cubicBezTo>
                  <a:pt x="40724" y="136647"/>
                  <a:pt x="44453" y="153109"/>
                  <a:pt x="45676" y="160355"/>
                </a:cubicBezTo>
                <a:cubicBezTo>
                  <a:pt x="40227" y="157583"/>
                  <a:pt x="34128" y="154926"/>
                  <a:pt x="30018" y="154448"/>
                </a:cubicBezTo>
                <a:close/>
                <a:moveTo>
                  <a:pt x="28067" y="161617"/>
                </a:moveTo>
                <a:lnTo>
                  <a:pt x="29750" y="155442"/>
                </a:lnTo>
                <a:cubicBezTo>
                  <a:pt x="37895" y="156302"/>
                  <a:pt x="55313" y="166837"/>
                  <a:pt x="57244" y="168022"/>
                </a:cubicBezTo>
                <a:lnTo>
                  <a:pt x="59232" y="177716"/>
                </a:lnTo>
                <a:cubicBezTo>
                  <a:pt x="54701" y="174963"/>
                  <a:pt x="36308" y="163912"/>
                  <a:pt x="28067" y="161617"/>
                </a:cubicBezTo>
                <a:close/>
                <a:moveTo>
                  <a:pt x="27819" y="162592"/>
                </a:moveTo>
                <a:cubicBezTo>
                  <a:pt x="36461" y="165040"/>
                  <a:pt x="57397" y="177792"/>
                  <a:pt x="59519" y="179093"/>
                </a:cubicBezTo>
                <a:lnTo>
                  <a:pt x="60551" y="184236"/>
                </a:lnTo>
                <a:cubicBezTo>
                  <a:pt x="49194" y="178653"/>
                  <a:pt x="27283" y="180259"/>
                  <a:pt x="22943" y="180641"/>
                </a:cubicBezTo>
                <a:close/>
                <a:moveTo>
                  <a:pt x="17208" y="201940"/>
                </a:moveTo>
                <a:lnTo>
                  <a:pt x="22657" y="181693"/>
                </a:lnTo>
                <a:cubicBezTo>
                  <a:pt x="25830" y="181406"/>
                  <a:pt x="49749" y="179494"/>
                  <a:pt x="60819" y="185517"/>
                </a:cubicBezTo>
                <a:lnTo>
                  <a:pt x="61775" y="190220"/>
                </a:lnTo>
                <a:cubicBezTo>
                  <a:pt x="57110" y="190297"/>
                  <a:pt x="29176" y="191195"/>
                  <a:pt x="17208" y="201940"/>
                </a:cubicBezTo>
                <a:close/>
                <a:moveTo>
                  <a:pt x="61794" y="185173"/>
                </a:moveTo>
                <a:cubicBezTo>
                  <a:pt x="62081" y="183643"/>
                  <a:pt x="65981" y="163663"/>
                  <a:pt x="72405" y="159457"/>
                </a:cubicBezTo>
                <a:cubicBezTo>
                  <a:pt x="76306" y="167009"/>
                  <a:pt x="80244" y="174466"/>
                  <a:pt x="84164" y="181693"/>
                </a:cubicBezTo>
                <a:cubicBezTo>
                  <a:pt x="81028" y="182362"/>
                  <a:pt x="67052" y="185861"/>
                  <a:pt x="64127" y="196644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1" name="Google Shape;231;p34"/>
          <p:cNvSpPr/>
          <p:nvPr/>
        </p:nvSpPr>
        <p:spPr>
          <a:xfrm>
            <a:off x="0" y="0"/>
            <a:ext cx="1724449" cy="1472518"/>
          </a:xfrm>
          <a:custGeom>
            <a:avLst/>
            <a:gdLst/>
            <a:ahLst/>
            <a:cxnLst/>
            <a:rect l="l" t="t" r="r" b="b"/>
            <a:pathLst>
              <a:path w="285036" h="214553" extrusionOk="0">
                <a:moveTo>
                  <a:pt x="191519" y="49973"/>
                </a:moveTo>
                <a:cubicBezTo>
                  <a:pt x="190560" y="50910"/>
                  <a:pt x="177972" y="63788"/>
                  <a:pt x="174021" y="77470"/>
                </a:cubicBezTo>
                <a:cubicBezTo>
                  <a:pt x="170450" y="89768"/>
                  <a:pt x="169446" y="115903"/>
                  <a:pt x="169223" y="122978"/>
                </a:cubicBezTo>
                <a:lnTo>
                  <a:pt x="169223" y="132397"/>
                </a:lnTo>
                <a:cubicBezTo>
                  <a:pt x="169223" y="133156"/>
                  <a:pt x="168084" y="133156"/>
                  <a:pt x="168084" y="132397"/>
                </a:cubicBezTo>
                <a:lnTo>
                  <a:pt x="168084" y="125009"/>
                </a:lnTo>
                <a:cubicBezTo>
                  <a:pt x="168040" y="124920"/>
                  <a:pt x="168017" y="124853"/>
                  <a:pt x="168040" y="124764"/>
                </a:cubicBezTo>
                <a:cubicBezTo>
                  <a:pt x="168040" y="124719"/>
                  <a:pt x="168040" y="124049"/>
                  <a:pt x="168084" y="122956"/>
                </a:cubicBezTo>
                <a:lnTo>
                  <a:pt x="168084" y="85728"/>
                </a:lnTo>
                <a:cubicBezTo>
                  <a:pt x="164603" y="71109"/>
                  <a:pt x="155742" y="69859"/>
                  <a:pt x="154470" y="69747"/>
                </a:cubicBezTo>
                <a:lnTo>
                  <a:pt x="99520" y="99097"/>
                </a:lnTo>
                <a:lnTo>
                  <a:pt x="70483" y="132776"/>
                </a:lnTo>
                <a:cubicBezTo>
                  <a:pt x="70483" y="132776"/>
                  <a:pt x="70483" y="132776"/>
                  <a:pt x="70483" y="132776"/>
                </a:cubicBezTo>
                <a:lnTo>
                  <a:pt x="69300" y="134160"/>
                </a:lnTo>
                <a:cubicBezTo>
                  <a:pt x="68854" y="135544"/>
                  <a:pt x="63765" y="151457"/>
                  <a:pt x="63765" y="162125"/>
                </a:cubicBezTo>
                <a:lnTo>
                  <a:pt x="63765" y="183909"/>
                </a:lnTo>
                <a:cubicBezTo>
                  <a:pt x="63765" y="184668"/>
                  <a:pt x="62605" y="184668"/>
                  <a:pt x="62605" y="183909"/>
                </a:cubicBezTo>
                <a:lnTo>
                  <a:pt x="62605" y="154894"/>
                </a:lnTo>
                <a:cubicBezTo>
                  <a:pt x="61734" y="148020"/>
                  <a:pt x="58833" y="147306"/>
                  <a:pt x="58007" y="147239"/>
                </a:cubicBezTo>
                <a:lnTo>
                  <a:pt x="28256" y="181766"/>
                </a:lnTo>
                <a:cubicBezTo>
                  <a:pt x="27943" y="182369"/>
                  <a:pt x="24261" y="189979"/>
                  <a:pt x="23971" y="197055"/>
                </a:cubicBezTo>
                <a:lnTo>
                  <a:pt x="23971" y="213481"/>
                </a:lnTo>
                <a:cubicBezTo>
                  <a:pt x="23971" y="213794"/>
                  <a:pt x="23725" y="214039"/>
                  <a:pt x="23413" y="214039"/>
                </a:cubicBezTo>
                <a:lnTo>
                  <a:pt x="23413" y="214039"/>
                </a:lnTo>
                <a:cubicBezTo>
                  <a:pt x="23100" y="214039"/>
                  <a:pt x="22855" y="213794"/>
                  <a:pt x="22832" y="213481"/>
                </a:cubicBezTo>
                <a:cubicBezTo>
                  <a:pt x="22832" y="213392"/>
                  <a:pt x="22564" y="204531"/>
                  <a:pt x="22832" y="197032"/>
                </a:cubicBezTo>
                <a:lnTo>
                  <a:pt x="22832" y="188060"/>
                </a:lnTo>
                <a:lnTo>
                  <a:pt x="0" y="214553"/>
                </a:lnTo>
                <a:lnTo>
                  <a:pt x="0" y="212789"/>
                </a:lnTo>
                <a:lnTo>
                  <a:pt x="30756" y="177124"/>
                </a:lnTo>
                <a:cubicBezTo>
                  <a:pt x="32095" y="137396"/>
                  <a:pt x="7499" y="117220"/>
                  <a:pt x="5178" y="115412"/>
                </a:cubicBezTo>
                <a:lnTo>
                  <a:pt x="0" y="116305"/>
                </a:lnTo>
                <a:lnTo>
                  <a:pt x="0" y="115144"/>
                </a:lnTo>
                <a:lnTo>
                  <a:pt x="5245" y="114251"/>
                </a:lnTo>
                <a:lnTo>
                  <a:pt x="5245" y="114251"/>
                </a:lnTo>
                <a:lnTo>
                  <a:pt x="15891" y="112399"/>
                </a:lnTo>
                <a:cubicBezTo>
                  <a:pt x="16739" y="110747"/>
                  <a:pt x="21181" y="100726"/>
                  <a:pt x="10066" y="89388"/>
                </a:cubicBezTo>
                <a:lnTo>
                  <a:pt x="0" y="88272"/>
                </a:lnTo>
                <a:lnTo>
                  <a:pt x="0" y="87134"/>
                </a:lnTo>
                <a:cubicBezTo>
                  <a:pt x="1473" y="86866"/>
                  <a:pt x="30465" y="81376"/>
                  <a:pt x="41603" y="39528"/>
                </a:cubicBezTo>
                <a:lnTo>
                  <a:pt x="3683" y="1"/>
                </a:lnTo>
                <a:lnTo>
                  <a:pt x="5267" y="1"/>
                </a:lnTo>
                <a:lnTo>
                  <a:pt x="37407" y="33479"/>
                </a:lnTo>
                <a:cubicBezTo>
                  <a:pt x="37875" y="33792"/>
                  <a:pt x="46736" y="39505"/>
                  <a:pt x="58699" y="36894"/>
                </a:cubicBezTo>
                <a:cubicBezTo>
                  <a:pt x="70015" y="34439"/>
                  <a:pt x="80371" y="25534"/>
                  <a:pt x="89499" y="10468"/>
                </a:cubicBezTo>
                <a:lnTo>
                  <a:pt x="88406" y="1"/>
                </a:lnTo>
                <a:lnTo>
                  <a:pt x="89566" y="1"/>
                </a:lnTo>
                <a:lnTo>
                  <a:pt x="90637" y="10446"/>
                </a:lnTo>
                <a:cubicBezTo>
                  <a:pt x="91374" y="11741"/>
                  <a:pt x="100324" y="27118"/>
                  <a:pt x="117085" y="31917"/>
                </a:cubicBezTo>
                <a:cubicBezTo>
                  <a:pt x="128245" y="35109"/>
                  <a:pt x="140431" y="33011"/>
                  <a:pt x="153287" y="25668"/>
                </a:cubicBezTo>
                <a:lnTo>
                  <a:pt x="172570" y="1"/>
                </a:lnTo>
                <a:lnTo>
                  <a:pt x="173999" y="1"/>
                </a:lnTo>
                <a:lnTo>
                  <a:pt x="164469" y="12678"/>
                </a:lnTo>
                <a:cubicBezTo>
                  <a:pt x="166745" y="19932"/>
                  <a:pt x="171231" y="25333"/>
                  <a:pt x="177838" y="28725"/>
                </a:cubicBezTo>
                <a:cubicBezTo>
                  <a:pt x="197144" y="38724"/>
                  <a:pt x="228613" y="28636"/>
                  <a:pt x="229618" y="28324"/>
                </a:cubicBezTo>
                <a:lnTo>
                  <a:pt x="282625" y="1"/>
                </a:lnTo>
                <a:lnTo>
                  <a:pt x="285036" y="1"/>
                </a:lnTo>
                <a:close/>
                <a:moveTo>
                  <a:pt x="23971" y="186721"/>
                </a:moveTo>
                <a:lnTo>
                  <a:pt x="23971" y="189957"/>
                </a:lnTo>
                <a:cubicBezTo>
                  <a:pt x="24462" y="188172"/>
                  <a:pt x="25042" y="186431"/>
                  <a:pt x="25711" y="184712"/>
                </a:cubicBezTo>
                <a:close/>
                <a:moveTo>
                  <a:pt x="169223" y="102155"/>
                </a:moveTo>
                <a:cubicBezTo>
                  <a:pt x="169959" y="93115"/>
                  <a:pt x="171120" y="83384"/>
                  <a:pt x="172928" y="77157"/>
                </a:cubicBezTo>
                <a:cubicBezTo>
                  <a:pt x="176030" y="66422"/>
                  <a:pt x="184310" y="56200"/>
                  <a:pt x="188395" y="51625"/>
                </a:cubicBezTo>
                <a:lnTo>
                  <a:pt x="169223" y="61869"/>
                </a:lnTo>
                <a:lnTo>
                  <a:pt x="169223" y="102155"/>
                </a:lnTo>
                <a:close/>
                <a:moveTo>
                  <a:pt x="185806" y="51714"/>
                </a:moveTo>
                <a:cubicBezTo>
                  <a:pt x="167549" y="55731"/>
                  <a:pt x="141659" y="48768"/>
                  <a:pt x="138110" y="47786"/>
                </a:cubicBezTo>
                <a:lnTo>
                  <a:pt x="134316" y="52807"/>
                </a:lnTo>
                <a:cubicBezTo>
                  <a:pt x="141748" y="59771"/>
                  <a:pt x="165227" y="61445"/>
                  <a:pt x="167325" y="61579"/>
                </a:cubicBezTo>
                <a:close/>
                <a:moveTo>
                  <a:pt x="35130" y="109096"/>
                </a:moveTo>
                <a:lnTo>
                  <a:pt x="51066" y="106350"/>
                </a:lnTo>
                <a:cubicBezTo>
                  <a:pt x="51557" y="100592"/>
                  <a:pt x="44102" y="93941"/>
                  <a:pt x="43031" y="93026"/>
                </a:cubicBezTo>
                <a:lnTo>
                  <a:pt x="28033" y="91374"/>
                </a:lnTo>
                <a:cubicBezTo>
                  <a:pt x="30131" y="93472"/>
                  <a:pt x="36291" y="100458"/>
                  <a:pt x="35130" y="109096"/>
                </a:cubicBezTo>
                <a:close/>
                <a:moveTo>
                  <a:pt x="78273" y="101664"/>
                </a:moveTo>
                <a:lnTo>
                  <a:pt x="95057" y="98762"/>
                </a:lnTo>
                <a:lnTo>
                  <a:pt x="77112" y="96776"/>
                </a:lnTo>
                <a:cubicBezTo>
                  <a:pt x="77692" y="97959"/>
                  <a:pt x="78474" y="99967"/>
                  <a:pt x="78273" y="101664"/>
                </a:cubicBezTo>
                <a:close/>
                <a:moveTo>
                  <a:pt x="122933" y="66043"/>
                </a:moveTo>
                <a:cubicBezTo>
                  <a:pt x="122933" y="65931"/>
                  <a:pt x="122911" y="65864"/>
                  <a:pt x="122911" y="65842"/>
                </a:cubicBezTo>
                <a:cubicBezTo>
                  <a:pt x="122888" y="65529"/>
                  <a:pt x="123134" y="65261"/>
                  <a:pt x="123446" y="65217"/>
                </a:cubicBezTo>
                <a:cubicBezTo>
                  <a:pt x="123469" y="65217"/>
                  <a:pt x="123513" y="65217"/>
                  <a:pt x="123558" y="65239"/>
                </a:cubicBezTo>
                <a:lnTo>
                  <a:pt x="125522" y="62605"/>
                </a:lnTo>
                <a:cubicBezTo>
                  <a:pt x="120835" y="62181"/>
                  <a:pt x="101909" y="60106"/>
                  <a:pt x="95235" y="55017"/>
                </a:cubicBezTo>
                <a:lnTo>
                  <a:pt x="95882" y="61289"/>
                </a:lnTo>
                <a:cubicBezTo>
                  <a:pt x="97088" y="62605"/>
                  <a:pt x="107734" y="73787"/>
                  <a:pt x="119496" y="70529"/>
                </a:cubicBezTo>
                <a:cubicBezTo>
                  <a:pt x="119518" y="70529"/>
                  <a:pt x="119541" y="70529"/>
                  <a:pt x="119563" y="70529"/>
                </a:cubicBezTo>
                <a:close/>
                <a:moveTo>
                  <a:pt x="119585" y="72426"/>
                </a:moveTo>
                <a:cubicBezTo>
                  <a:pt x="121862" y="74122"/>
                  <a:pt x="124785" y="75059"/>
                  <a:pt x="127754" y="75506"/>
                </a:cubicBezTo>
                <a:cubicBezTo>
                  <a:pt x="124875" y="73296"/>
                  <a:pt x="123692" y="69725"/>
                  <a:pt x="123201" y="67583"/>
                </a:cubicBezTo>
                <a:close/>
                <a:moveTo>
                  <a:pt x="96061" y="63141"/>
                </a:moveTo>
                <a:lnTo>
                  <a:pt x="97512" y="77135"/>
                </a:lnTo>
                <a:cubicBezTo>
                  <a:pt x="98360" y="77961"/>
                  <a:pt x="103538" y="82759"/>
                  <a:pt x="110501" y="82581"/>
                </a:cubicBezTo>
                <a:lnTo>
                  <a:pt x="118514" y="71935"/>
                </a:lnTo>
                <a:cubicBezTo>
                  <a:pt x="108180" y="73988"/>
                  <a:pt x="99208" y="66266"/>
                  <a:pt x="96061" y="63141"/>
                </a:cubicBezTo>
                <a:close/>
                <a:moveTo>
                  <a:pt x="94856" y="62628"/>
                </a:moveTo>
                <a:cubicBezTo>
                  <a:pt x="91932" y="64927"/>
                  <a:pt x="81844" y="72069"/>
                  <a:pt x="72693" y="70261"/>
                </a:cubicBezTo>
                <a:lnTo>
                  <a:pt x="80192" y="78072"/>
                </a:lnTo>
                <a:cubicBezTo>
                  <a:pt x="83942" y="78876"/>
                  <a:pt x="93539" y="80148"/>
                  <a:pt x="96373" y="77180"/>
                </a:cubicBezTo>
                <a:close/>
                <a:moveTo>
                  <a:pt x="70952" y="70105"/>
                </a:moveTo>
                <a:cubicBezTo>
                  <a:pt x="68921" y="73430"/>
                  <a:pt x="59346" y="88116"/>
                  <a:pt x="46490" y="92267"/>
                </a:cubicBezTo>
                <a:lnTo>
                  <a:pt x="56958" y="93406"/>
                </a:lnTo>
                <a:cubicBezTo>
                  <a:pt x="63118" y="91151"/>
                  <a:pt x="78607" y="84344"/>
                  <a:pt x="79299" y="78787"/>
                </a:cubicBezTo>
                <a:close/>
                <a:moveTo>
                  <a:pt x="59413" y="93673"/>
                </a:moveTo>
                <a:lnTo>
                  <a:pt x="76063" y="95526"/>
                </a:lnTo>
                <a:cubicBezTo>
                  <a:pt x="80326" y="94388"/>
                  <a:pt x="85973" y="88786"/>
                  <a:pt x="87446" y="87268"/>
                </a:cubicBezTo>
                <a:lnTo>
                  <a:pt x="80259" y="79769"/>
                </a:lnTo>
                <a:cubicBezTo>
                  <a:pt x="78340" y="85616"/>
                  <a:pt x="64837" y="91531"/>
                  <a:pt x="59413" y="93673"/>
                </a:cubicBezTo>
                <a:close/>
                <a:moveTo>
                  <a:pt x="78496" y="95794"/>
                </a:moveTo>
                <a:lnTo>
                  <a:pt x="97646" y="97892"/>
                </a:lnTo>
                <a:lnTo>
                  <a:pt x="88249" y="88094"/>
                </a:lnTo>
                <a:cubicBezTo>
                  <a:pt x="86888" y="89500"/>
                  <a:pt x="82580" y="93785"/>
                  <a:pt x="78496" y="95794"/>
                </a:cubicBezTo>
                <a:close/>
                <a:moveTo>
                  <a:pt x="75751" y="96642"/>
                </a:moveTo>
                <a:lnTo>
                  <a:pt x="58074" y="94678"/>
                </a:lnTo>
                <a:cubicBezTo>
                  <a:pt x="59793" y="98316"/>
                  <a:pt x="58119" y="103204"/>
                  <a:pt x="57226" y="105279"/>
                </a:cubicBezTo>
                <a:lnTo>
                  <a:pt x="77067" y="101864"/>
                </a:lnTo>
                <a:cubicBezTo>
                  <a:pt x="77492" y="100280"/>
                  <a:pt x="76398" y="97780"/>
                  <a:pt x="75751" y="96642"/>
                </a:cubicBezTo>
                <a:close/>
                <a:moveTo>
                  <a:pt x="56668" y="94521"/>
                </a:moveTo>
                <a:lnTo>
                  <a:pt x="44995" y="93249"/>
                </a:lnTo>
                <a:cubicBezTo>
                  <a:pt x="47472" y="95593"/>
                  <a:pt x="52472" y="100994"/>
                  <a:pt x="52226" y="106150"/>
                </a:cubicBezTo>
                <a:lnTo>
                  <a:pt x="55864" y="105525"/>
                </a:lnTo>
                <a:cubicBezTo>
                  <a:pt x="56467" y="104253"/>
                  <a:pt x="59078" y="98159"/>
                  <a:pt x="56668" y="94544"/>
                </a:cubicBezTo>
                <a:close/>
                <a:moveTo>
                  <a:pt x="43254" y="91910"/>
                </a:moveTo>
                <a:cubicBezTo>
                  <a:pt x="57360" y="89388"/>
                  <a:pt x="68475" y="71957"/>
                  <a:pt x="70149" y="69234"/>
                </a:cubicBezTo>
                <a:lnTo>
                  <a:pt x="57337" y="55910"/>
                </a:lnTo>
                <a:cubicBezTo>
                  <a:pt x="56534" y="61512"/>
                  <a:pt x="51959" y="85192"/>
                  <a:pt x="32251" y="90683"/>
                </a:cubicBezTo>
                <a:close/>
                <a:moveTo>
                  <a:pt x="64323" y="61534"/>
                </a:moveTo>
                <a:cubicBezTo>
                  <a:pt x="66957" y="61244"/>
                  <a:pt x="88517" y="58432"/>
                  <a:pt x="93137" y="45978"/>
                </a:cubicBezTo>
                <a:lnTo>
                  <a:pt x="92222" y="36872"/>
                </a:lnTo>
                <a:cubicBezTo>
                  <a:pt x="88696" y="40755"/>
                  <a:pt x="75036" y="54593"/>
                  <a:pt x="58230" y="55196"/>
                </a:cubicBezTo>
                <a:close/>
                <a:moveTo>
                  <a:pt x="65328" y="62583"/>
                </a:moveTo>
                <a:lnTo>
                  <a:pt x="71175" y="68654"/>
                </a:lnTo>
                <a:cubicBezTo>
                  <a:pt x="80839" y="72046"/>
                  <a:pt x="92936" y="62717"/>
                  <a:pt x="94722" y="61266"/>
                </a:cubicBezTo>
                <a:lnTo>
                  <a:pt x="93383" y="48210"/>
                </a:lnTo>
                <a:cubicBezTo>
                  <a:pt x="87669" y="59034"/>
                  <a:pt x="70059" y="61980"/>
                  <a:pt x="65328" y="62583"/>
                </a:cubicBezTo>
                <a:close/>
                <a:moveTo>
                  <a:pt x="95057" y="53343"/>
                </a:moveTo>
                <a:cubicBezTo>
                  <a:pt x="100525" y="59057"/>
                  <a:pt x="123402" y="61266"/>
                  <a:pt x="126325" y="61534"/>
                </a:cubicBezTo>
                <a:lnTo>
                  <a:pt x="136235" y="48366"/>
                </a:lnTo>
                <a:cubicBezTo>
                  <a:pt x="123647" y="52116"/>
                  <a:pt x="98605" y="39349"/>
                  <a:pt x="93316" y="36537"/>
                </a:cubicBezTo>
                <a:close/>
                <a:moveTo>
                  <a:pt x="168084" y="81666"/>
                </a:moveTo>
                <a:lnTo>
                  <a:pt x="168084" y="62472"/>
                </a:lnTo>
                <a:lnTo>
                  <a:pt x="156099" y="68877"/>
                </a:lnTo>
                <a:cubicBezTo>
                  <a:pt x="158978" y="69614"/>
                  <a:pt x="164736" y="72247"/>
                  <a:pt x="168084" y="81666"/>
                </a:cubicBezTo>
                <a:close/>
                <a:moveTo>
                  <a:pt x="165428" y="62605"/>
                </a:moveTo>
                <a:cubicBezTo>
                  <a:pt x="159246" y="62092"/>
                  <a:pt x="140520" y="60061"/>
                  <a:pt x="133624" y="53722"/>
                </a:cubicBezTo>
                <a:lnTo>
                  <a:pt x="130053" y="58476"/>
                </a:lnTo>
                <a:cubicBezTo>
                  <a:pt x="131928" y="60262"/>
                  <a:pt x="141592" y="69078"/>
                  <a:pt x="151992" y="69770"/>
                </a:cubicBezTo>
                <a:close/>
                <a:moveTo>
                  <a:pt x="150207" y="70730"/>
                </a:moveTo>
                <a:cubicBezTo>
                  <a:pt x="140186" y="69279"/>
                  <a:pt x="131437" y="61400"/>
                  <a:pt x="129361" y="59391"/>
                </a:cubicBezTo>
                <a:lnTo>
                  <a:pt x="124138" y="66355"/>
                </a:lnTo>
                <a:cubicBezTo>
                  <a:pt x="124451" y="68252"/>
                  <a:pt x="125790" y="74144"/>
                  <a:pt x="130700" y="75818"/>
                </a:cubicBezTo>
                <a:cubicBezTo>
                  <a:pt x="134561" y="75997"/>
                  <a:pt x="138422" y="75729"/>
                  <a:pt x="142217" y="74992"/>
                </a:cubicBezTo>
                <a:close/>
                <a:moveTo>
                  <a:pt x="139092" y="76666"/>
                </a:moveTo>
                <a:cubicBezTo>
                  <a:pt x="137083" y="76912"/>
                  <a:pt x="135075" y="77046"/>
                  <a:pt x="133043" y="77046"/>
                </a:cubicBezTo>
                <a:cubicBezTo>
                  <a:pt x="128334" y="77046"/>
                  <a:pt x="122844" y="76265"/>
                  <a:pt x="118893" y="73318"/>
                </a:cubicBezTo>
                <a:lnTo>
                  <a:pt x="116483" y="76532"/>
                </a:lnTo>
                <a:cubicBezTo>
                  <a:pt x="117108" y="77805"/>
                  <a:pt x="119741" y="82759"/>
                  <a:pt x="123513" y="84991"/>
                </a:cubicBezTo>
                <a:close/>
                <a:moveTo>
                  <a:pt x="114340" y="89879"/>
                </a:moveTo>
                <a:lnTo>
                  <a:pt x="122330" y="85616"/>
                </a:lnTo>
                <a:cubicBezTo>
                  <a:pt x="118983" y="83340"/>
                  <a:pt x="116639" y="79300"/>
                  <a:pt x="115724" y="77559"/>
                </a:cubicBezTo>
                <a:lnTo>
                  <a:pt x="111394" y="83295"/>
                </a:lnTo>
                <a:cubicBezTo>
                  <a:pt x="111573" y="84322"/>
                  <a:pt x="112443" y="88384"/>
                  <a:pt x="114340" y="89879"/>
                </a:cubicBezTo>
                <a:close/>
                <a:moveTo>
                  <a:pt x="113247" y="90459"/>
                </a:moveTo>
                <a:cubicBezTo>
                  <a:pt x="111707" y="88919"/>
                  <a:pt x="110858" y="86152"/>
                  <a:pt x="110479" y="84523"/>
                </a:cubicBezTo>
                <a:lnTo>
                  <a:pt x="101172" y="96910"/>
                </a:lnTo>
                <a:close/>
                <a:moveTo>
                  <a:pt x="99565" y="97133"/>
                </a:moveTo>
                <a:lnTo>
                  <a:pt x="109653" y="83719"/>
                </a:lnTo>
                <a:cubicBezTo>
                  <a:pt x="103984" y="83563"/>
                  <a:pt x="99654" y="80528"/>
                  <a:pt x="97690" y="78854"/>
                </a:cubicBezTo>
                <a:close/>
                <a:moveTo>
                  <a:pt x="96507" y="78563"/>
                </a:moveTo>
                <a:cubicBezTo>
                  <a:pt x="92959" y="81063"/>
                  <a:pt x="85102" y="80103"/>
                  <a:pt x="81554" y="79501"/>
                </a:cubicBezTo>
                <a:lnTo>
                  <a:pt x="98404" y="97044"/>
                </a:lnTo>
                <a:close/>
                <a:moveTo>
                  <a:pt x="97668" y="99476"/>
                </a:moveTo>
                <a:lnTo>
                  <a:pt x="86040" y="101485"/>
                </a:lnTo>
                <a:cubicBezTo>
                  <a:pt x="86553" y="103047"/>
                  <a:pt x="87781" y="107176"/>
                  <a:pt x="87446" y="111350"/>
                </a:cubicBezTo>
                <a:close/>
                <a:moveTo>
                  <a:pt x="86084" y="112935"/>
                </a:moveTo>
                <a:cubicBezTo>
                  <a:pt x="86999" y="108359"/>
                  <a:pt x="85392" y="103181"/>
                  <a:pt x="84879" y="101686"/>
                </a:cubicBezTo>
                <a:lnTo>
                  <a:pt x="78518" y="102779"/>
                </a:lnTo>
                <a:cubicBezTo>
                  <a:pt x="79835" y="104766"/>
                  <a:pt x="83183" y="110390"/>
                  <a:pt x="82915" y="116617"/>
                </a:cubicBezTo>
                <a:close/>
                <a:moveTo>
                  <a:pt x="81621" y="118090"/>
                </a:moveTo>
                <a:cubicBezTo>
                  <a:pt x="82670" y="111194"/>
                  <a:pt x="78250" y="104386"/>
                  <a:pt x="77268" y="102980"/>
                </a:cubicBezTo>
                <a:lnTo>
                  <a:pt x="64279" y="105235"/>
                </a:lnTo>
                <a:cubicBezTo>
                  <a:pt x="66801" y="108136"/>
                  <a:pt x="75461" y="118380"/>
                  <a:pt x="76956" y="123491"/>
                </a:cubicBezTo>
                <a:close/>
                <a:moveTo>
                  <a:pt x="76018" y="124585"/>
                </a:moveTo>
                <a:cubicBezTo>
                  <a:pt x="75661" y="120635"/>
                  <a:pt x="66711" y="109698"/>
                  <a:pt x="62962" y="105458"/>
                </a:cubicBezTo>
                <a:lnTo>
                  <a:pt x="52695" y="107221"/>
                </a:lnTo>
                <a:cubicBezTo>
                  <a:pt x="53186" y="107801"/>
                  <a:pt x="53900" y="108649"/>
                  <a:pt x="54726" y="109721"/>
                </a:cubicBezTo>
                <a:cubicBezTo>
                  <a:pt x="60551" y="112421"/>
                  <a:pt x="68363" y="127687"/>
                  <a:pt x="70193" y="131370"/>
                </a:cubicBezTo>
                <a:close/>
                <a:moveTo>
                  <a:pt x="68363" y="133490"/>
                </a:moveTo>
                <a:lnTo>
                  <a:pt x="69367" y="132307"/>
                </a:lnTo>
                <a:cubicBezTo>
                  <a:pt x="68318" y="130165"/>
                  <a:pt x="62292" y="118113"/>
                  <a:pt x="57025" y="112845"/>
                </a:cubicBezTo>
                <a:cubicBezTo>
                  <a:pt x="61221" y="118916"/>
                  <a:pt x="66377" y="128335"/>
                  <a:pt x="65372" y="136972"/>
                </a:cubicBezTo>
                <a:lnTo>
                  <a:pt x="68363" y="133490"/>
                </a:lnTo>
                <a:close/>
                <a:moveTo>
                  <a:pt x="63765" y="151390"/>
                </a:moveTo>
                <a:cubicBezTo>
                  <a:pt x="64725" y="146301"/>
                  <a:pt x="65953" y="141280"/>
                  <a:pt x="67426" y="136325"/>
                </a:cubicBezTo>
                <a:lnTo>
                  <a:pt x="63765" y="140588"/>
                </a:lnTo>
                <a:close/>
                <a:moveTo>
                  <a:pt x="62605" y="150207"/>
                </a:moveTo>
                <a:lnTo>
                  <a:pt x="62605" y="141905"/>
                </a:lnTo>
                <a:lnTo>
                  <a:pt x="58877" y="146257"/>
                </a:lnTo>
                <a:cubicBezTo>
                  <a:pt x="59926" y="146569"/>
                  <a:pt x="61489" y="147507"/>
                  <a:pt x="62605" y="150207"/>
                </a:cubicBezTo>
                <a:close/>
                <a:moveTo>
                  <a:pt x="58833" y="144538"/>
                </a:moveTo>
                <a:lnTo>
                  <a:pt x="63922" y="138646"/>
                </a:lnTo>
                <a:cubicBezTo>
                  <a:pt x="66935" y="125813"/>
                  <a:pt x="53231" y="109587"/>
                  <a:pt x="51378" y="107444"/>
                </a:cubicBezTo>
                <a:lnTo>
                  <a:pt x="34148" y="110413"/>
                </a:lnTo>
                <a:cubicBezTo>
                  <a:pt x="48611" y="117956"/>
                  <a:pt x="57092" y="139673"/>
                  <a:pt x="58833" y="144538"/>
                </a:cubicBezTo>
                <a:close/>
                <a:moveTo>
                  <a:pt x="57985" y="145520"/>
                </a:moveTo>
                <a:cubicBezTo>
                  <a:pt x="56936" y="142552"/>
                  <a:pt x="47740" y="117599"/>
                  <a:pt x="32206" y="110747"/>
                </a:cubicBezTo>
                <a:lnTo>
                  <a:pt x="18480" y="113113"/>
                </a:lnTo>
                <a:cubicBezTo>
                  <a:pt x="25801" y="115970"/>
                  <a:pt x="50262" y="127486"/>
                  <a:pt x="51222" y="153376"/>
                </a:cubicBezTo>
                <a:close/>
                <a:moveTo>
                  <a:pt x="6673" y="115144"/>
                </a:moveTo>
                <a:cubicBezTo>
                  <a:pt x="11539" y="119251"/>
                  <a:pt x="32608" y="139159"/>
                  <a:pt x="31916" y="175785"/>
                </a:cubicBezTo>
                <a:lnTo>
                  <a:pt x="50128" y="154649"/>
                </a:lnTo>
                <a:cubicBezTo>
                  <a:pt x="49928" y="125165"/>
                  <a:pt x="18480" y="114251"/>
                  <a:pt x="16226" y="113515"/>
                </a:cubicBezTo>
                <a:close/>
                <a:moveTo>
                  <a:pt x="17253" y="112176"/>
                </a:moveTo>
                <a:lnTo>
                  <a:pt x="34840" y="109140"/>
                </a:lnTo>
                <a:lnTo>
                  <a:pt x="27586" y="91330"/>
                </a:lnTo>
                <a:lnTo>
                  <a:pt x="11829" y="89589"/>
                </a:lnTo>
                <a:cubicBezTo>
                  <a:pt x="21114" y="99789"/>
                  <a:pt x="18480" y="109140"/>
                  <a:pt x="17253" y="112176"/>
                </a:cubicBezTo>
                <a:close/>
                <a:moveTo>
                  <a:pt x="3214" y="87491"/>
                </a:moveTo>
                <a:lnTo>
                  <a:pt x="28725" y="90303"/>
                </a:lnTo>
                <a:cubicBezTo>
                  <a:pt x="52070" y="86598"/>
                  <a:pt x="55998" y="57762"/>
                  <a:pt x="56333" y="54861"/>
                </a:cubicBezTo>
                <a:lnTo>
                  <a:pt x="42518" y="40465"/>
                </a:lnTo>
                <a:cubicBezTo>
                  <a:pt x="33054" y="75149"/>
                  <a:pt x="11338" y="84991"/>
                  <a:pt x="3214" y="87491"/>
                </a:cubicBezTo>
                <a:close/>
                <a:moveTo>
                  <a:pt x="89678" y="12343"/>
                </a:moveTo>
                <a:cubicBezTo>
                  <a:pt x="80572" y="26917"/>
                  <a:pt x="70238" y="35555"/>
                  <a:pt x="58900" y="38010"/>
                </a:cubicBezTo>
                <a:cubicBezTo>
                  <a:pt x="56735" y="38501"/>
                  <a:pt x="54525" y="38724"/>
                  <a:pt x="52316" y="38724"/>
                </a:cubicBezTo>
                <a:cubicBezTo>
                  <a:pt x="48053" y="38724"/>
                  <a:pt x="43834" y="37831"/>
                  <a:pt x="39929" y="36113"/>
                </a:cubicBezTo>
                <a:lnTo>
                  <a:pt x="57159" y="54080"/>
                </a:lnTo>
                <a:cubicBezTo>
                  <a:pt x="75594" y="54035"/>
                  <a:pt x="90459" y="37206"/>
                  <a:pt x="92044" y="35332"/>
                </a:cubicBezTo>
                <a:close/>
                <a:moveTo>
                  <a:pt x="116773" y="33011"/>
                </a:moveTo>
                <a:cubicBezTo>
                  <a:pt x="102712" y="28971"/>
                  <a:pt x="94030" y="17744"/>
                  <a:pt x="90905" y="13035"/>
                </a:cubicBezTo>
                <a:lnTo>
                  <a:pt x="93182" y="35153"/>
                </a:lnTo>
                <a:cubicBezTo>
                  <a:pt x="96150" y="36760"/>
                  <a:pt x="125701" y="52383"/>
                  <a:pt x="137507" y="46647"/>
                </a:cubicBezTo>
                <a:lnTo>
                  <a:pt x="151613" y="27877"/>
                </a:lnTo>
                <a:cubicBezTo>
                  <a:pt x="139293" y="34372"/>
                  <a:pt x="127598" y="36113"/>
                  <a:pt x="116773" y="33011"/>
                </a:cubicBezTo>
                <a:close/>
                <a:moveTo>
                  <a:pt x="199376" y="34260"/>
                </a:moveTo>
                <a:cubicBezTo>
                  <a:pt x="191720" y="34260"/>
                  <a:pt x="183842" y="33122"/>
                  <a:pt x="177302" y="29752"/>
                </a:cubicBezTo>
                <a:cubicBezTo>
                  <a:pt x="170673" y="26315"/>
                  <a:pt x="166098" y="20936"/>
                  <a:pt x="163665" y="13772"/>
                </a:cubicBezTo>
                <a:lnTo>
                  <a:pt x="138846" y="46781"/>
                </a:lnTo>
                <a:cubicBezTo>
                  <a:pt x="140431" y="47228"/>
                  <a:pt x="144292" y="48210"/>
                  <a:pt x="149403" y="49214"/>
                </a:cubicBezTo>
                <a:cubicBezTo>
                  <a:pt x="168665" y="50509"/>
                  <a:pt x="192724" y="38032"/>
                  <a:pt x="199487" y="34260"/>
                </a:cubicBezTo>
                <a:cubicBezTo>
                  <a:pt x="199442" y="34260"/>
                  <a:pt x="199398" y="34260"/>
                  <a:pt x="199376" y="34260"/>
                </a:cubicBezTo>
                <a:close/>
                <a:moveTo>
                  <a:pt x="201853" y="34216"/>
                </a:moveTo>
                <a:cubicBezTo>
                  <a:pt x="200670" y="34930"/>
                  <a:pt x="176945" y="48857"/>
                  <a:pt x="155764" y="50308"/>
                </a:cubicBezTo>
                <a:cubicBezTo>
                  <a:pt x="166968" y="52026"/>
                  <a:pt x="181141" y="52919"/>
                  <a:pt x="190939" y="48969"/>
                </a:cubicBezTo>
                <a:lnTo>
                  <a:pt x="224931" y="30823"/>
                </a:lnTo>
                <a:cubicBezTo>
                  <a:pt x="219708" y="32140"/>
                  <a:pt x="211093" y="33948"/>
                  <a:pt x="201853" y="34216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34"/>
          <p:cNvSpPr/>
          <p:nvPr/>
        </p:nvSpPr>
        <p:spPr>
          <a:xfrm>
            <a:off x="7471435" y="3997896"/>
            <a:ext cx="1672766" cy="1145735"/>
          </a:xfrm>
          <a:custGeom>
            <a:avLst/>
            <a:gdLst/>
            <a:ahLst/>
            <a:cxnLst/>
            <a:rect l="l" t="t" r="r" b="b"/>
            <a:pathLst>
              <a:path w="285090" h="195268" extrusionOk="0">
                <a:moveTo>
                  <a:pt x="285089" y="0"/>
                </a:moveTo>
                <a:lnTo>
                  <a:pt x="285089" y="1156"/>
                </a:lnTo>
                <a:cubicBezTo>
                  <a:pt x="277678" y="6627"/>
                  <a:pt x="268224" y="13604"/>
                  <a:pt x="257200" y="21655"/>
                </a:cubicBezTo>
                <a:lnTo>
                  <a:pt x="243781" y="97087"/>
                </a:lnTo>
                <a:cubicBezTo>
                  <a:pt x="254330" y="102227"/>
                  <a:pt x="268595" y="95683"/>
                  <a:pt x="269916" y="95064"/>
                </a:cubicBezTo>
                <a:lnTo>
                  <a:pt x="285089" y="72789"/>
                </a:lnTo>
                <a:lnTo>
                  <a:pt x="285089" y="74420"/>
                </a:lnTo>
                <a:lnTo>
                  <a:pt x="270742" y="95456"/>
                </a:lnTo>
                <a:cubicBezTo>
                  <a:pt x="273612" y="101897"/>
                  <a:pt x="279227" y="110691"/>
                  <a:pt x="285089" y="119176"/>
                </a:cubicBezTo>
                <a:lnTo>
                  <a:pt x="285089" y="120786"/>
                </a:lnTo>
                <a:cubicBezTo>
                  <a:pt x="279082" y="112157"/>
                  <a:pt x="273219" y="103053"/>
                  <a:pt x="270143" y="96344"/>
                </a:cubicBezTo>
                <a:lnTo>
                  <a:pt x="255218" y="118267"/>
                </a:lnTo>
                <a:cubicBezTo>
                  <a:pt x="263083" y="123985"/>
                  <a:pt x="276357" y="125492"/>
                  <a:pt x="277761" y="125637"/>
                </a:cubicBezTo>
                <a:lnTo>
                  <a:pt x="285089" y="121921"/>
                </a:lnTo>
                <a:lnTo>
                  <a:pt x="285089" y="122953"/>
                </a:lnTo>
                <a:lnTo>
                  <a:pt x="278194" y="126463"/>
                </a:lnTo>
                <a:cubicBezTo>
                  <a:pt x="271547" y="138601"/>
                  <a:pt x="279536" y="164612"/>
                  <a:pt x="280300" y="167048"/>
                </a:cubicBezTo>
                <a:lnTo>
                  <a:pt x="285089" y="169030"/>
                </a:lnTo>
                <a:lnTo>
                  <a:pt x="285089" y="170041"/>
                </a:lnTo>
                <a:lnTo>
                  <a:pt x="280011" y="167915"/>
                </a:lnTo>
                <a:cubicBezTo>
                  <a:pt x="273901" y="172477"/>
                  <a:pt x="259883" y="188497"/>
                  <a:pt x="258005" y="190664"/>
                </a:cubicBezTo>
                <a:lnTo>
                  <a:pt x="260544" y="195268"/>
                </a:lnTo>
                <a:lnTo>
                  <a:pt x="259491" y="195268"/>
                </a:lnTo>
                <a:lnTo>
                  <a:pt x="257076" y="190891"/>
                </a:lnTo>
                <a:cubicBezTo>
                  <a:pt x="253752" y="187609"/>
                  <a:pt x="248571" y="184554"/>
                  <a:pt x="242687" y="181849"/>
                </a:cubicBezTo>
                <a:cubicBezTo>
                  <a:pt x="235751" y="181788"/>
                  <a:pt x="209389" y="186370"/>
                  <a:pt x="200698" y="187919"/>
                </a:cubicBezTo>
                <a:cubicBezTo>
                  <a:pt x="211990" y="189673"/>
                  <a:pt x="224541" y="192130"/>
                  <a:pt x="233377" y="195268"/>
                </a:cubicBezTo>
                <a:lnTo>
                  <a:pt x="230446" y="195268"/>
                </a:lnTo>
                <a:cubicBezTo>
                  <a:pt x="210772" y="189095"/>
                  <a:pt x="176648" y="185730"/>
                  <a:pt x="174150" y="185483"/>
                </a:cubicBezTo>
                <a:lnTo>
                  <a:pt x="158131" y="195268"/>
                </a:lnTo>
                <a:lnTo>
                  <a:pt x="156355" y="195268"/>
                </a:lnTo>
                <a:lnTo>
                  <a:pt x="173531" y="184781"/>
                </a:lnTo>
                <a:cubicBezTo>
                  <a:pt x="173345" y="183356"/>
                  <a:pt x="172664" y="181664"/>
                  <a:pt x="171652" y="179785"/>
                </a:cubicBezTo>
                <a:lnTo>
                  <a:pt x="171652" y="179785"/>
                </a:lnTo>
                <a:lnTo>
                  <a:pt x="171652" y="179785"/>
                </a:lnTo>
                <a:cubicBezTo>
                  <a:pt x="165748" y="168947"/>
                  <a:pt x="148490" y="152536"/>
                  <a:pt x="146818" y="150967"/>
                </a:cubicBezTo>
                <a:lnTo>
                  <a:pt x="132863" y="151318"/>
                </a:lnTo>
                <a:cubicBezTo>
                  <a:pt x="135485" y="155611"/>
                  <a:pt x="149047" y="178381"/>
                  <a:pt x="153321" y="195268"/>
                </a:cubicBezTo>
                <a:lnTo>
                  <a:pt x="152350" y="195268"/>
                </a:lnTo>
                <a:cubicBezTo>
                  <a:pt x="147829" y="177907"/>
                  <a:pt x="133358" y="153898"/>
                  <a:pt x="131810" y="151338"/>
                </a:cubicBezTo>
                <a:lnTo>
                  <a:pt x="98161" y="152185"/>
                </a:lnTo>
                <a:cubicBezTo>
                  <a:pt x="100659" y="155900"/>
                  <a:pt x="112859" y="174211"/>
                  <a:pt x="124481" y="195268"/>
                </a:cubicBezTo>
                <a:lnTo>
                  <a:pt x="123429" y="195268"/>
                </a:lnTo>
                <a:cubicBezTo>
                  <a:pt x="111228" y="173241"/>
                  <a:pt x="98491" y="154311"/>
                  <a:pt x="97067" y="152226"/>
                </a:cubicBezTo>
                <a:lnTo>
                  <a:pt x="70168" y="152907"/>
                </a:lnTo>
                <a:cubicBezTo>
                  <a:pt x="44941" y="169505"/>
                  <a:pt x="21387" y="184244"/>
                  <a:pt x="1879" y="195268"/>
                </a:cubicBezTo>
                <a:lnTo>
                  <a:pt x="0" y="195268"/>
                </a:lnTo>
                <a:cubicBezTo>
                  <a:pt x="80861" y="149914"/>
                  <a:pt x="233831" y="37943"/>
                  <a:pt x="285089" y="0"/>
                </a:cubicBezTo>
                <a:close/>
                <a:moveTo>
                  <a:pt x="256126" y="22440"/>
                </a:moveTo>
                <a:cubicBezTo>
                  <a:pt x="241634" y="33071"/>
                  <a:pt x="224521" y="45499"/>
                  <a:pt x="205900" y="58876"/>
                </a:cubicBezTo>
                <a:cubicBezTo>
                  <a:pt x="219690" y="73698"/>
                  <a:pt x="241552" y="82801"/>
                  <a:pt x="245144" y="84226"/>
                </a:cubicBezTo>
                <a:close/>
                <a:moveTo>
                  <a:pt x="244979" y="85155"/>
                </a:moveTo>
                <a:cubicBezTo>
                  <a:pt x="241882" y="83937"/>
                  <a:pt x="219277" y="74668"/>
                  <a:pt x="205157" y="59412"/>
                </a:cubicBezTo>
                <a:cubicBezTo>
                  <a:pt x="200760" y="62571"/>
                  <a:pt x="196280" y="65771"/>
                  <a:pt x="191718" y="69032"/>
                </a:cubicBezTo>
                <a:lnTo>
                  <a:pt x="202288" y="88478"/>
                </a:lnTo>
                <a:cubicBezTo>
                  <a:pt x="211887" y="93990"/>
                  <a:pt x="241139" y="89015"/>
                  <a:pt x="244401" y="88437"/>
                </a:cubicBezTo>
                <a:close/>
                <a:moveTo>
                  <a:pt x="244215" y="89387"/>
                </a:moveTo>
                <a:cubicBezTo>
                  <a:pt x="239673" y="90213"/>
                  <a:pt x="213704" y="94506"/>
                  <a:pt x="203051" y="89903"/>
                </a:cubicBezTo>
                <a:lnTo>
                  <a:pt x="207490" y="98098"/>
                </a:lnTo>
                <a:cubicBezTo>
                  <a:pt x="216903" y="106955"/>
                  <a:pt x="236763" y="112136"/>
                  <a:pt x="240045" y="112921"/>
                </a:cubicBezTo>
                <a:close/>
                <a:moveTo>
                  <a:pt x="259842" y="135794"/>
                </a:moveTo>
                <a:lnTo>
                  <a:pt x="248529" y="141533"/>
                </a:lnTo>
                <a:cubicBezTo>
                  <a:pt x="247043" y="145620"/>
                  <a:pt x="250449" y="153588"/>
                  <a:pt x="250986" y="154806"/>
                </a:cubicBezTo>
                <a:lnTo>
                  <a:pt x="267563" y="161722"/>
                </a:lnTo>
                <a:cubicBezTo>
                  <a:pt x="265437" y="157573"/>
                  <a:pt x="258542" y="143349"/>
                  <a:pt x="259842" y="135794"/>
                </a:cubicBezTo>
                <a:close/>
                <a:moveTo>
                  <a:pt x="222044" y="155178"/>
                </a:moveTo>
                <a:lnTo>
                  <a:pt x="232510" y="148799"/>
                </a:lnTo>
                <a:lnTo>
                  <a:pt x="219608" y="149129"/>
                </a:lnTo>
                <a:cubicBezTo>
                  <a:pt x="220784" y="150182"/>
                  <a:pt x="222436" y="152226"/>
                  <a:pt x="222044" y="155178"/>
                </a:cubicBezTo>
                <a:close/>
                <a:moveTo>
                  <a:pt x="247415" y="142090"/>
                </a:moveTo>
                <a:lnTo>
                  <a:pt x="235317" y="148262"/>
                </a:lnTo>
                <a:lnTo>
                  <a:pt x="249768" y="154290"/>
                </a:lnTo>
                <a:cubicBezTo>
                  <a:pt x="248777" y="151896"/>
                  <a:pt x="246610" y="146012"/>
                  <a:pt x="247415" y="142090"/>
                </a:cubicBezTo>
                <a:close/>
                <a:moveTo>
                  <a:pt x="235441" y="138746"/>
                </a:moveTo>
                <a:cubicBezTo>
                  <a:pt x="234223" y="139117"/>
                  <a:pt x="231787" y="139448"/>
                  <a:pt x="229042" y="137817"/>
                </a:cubicBezTo>
                <a:lnTo>
                  <a:pt x="233996" y="146921"/>
                </a:lnTo>
                <a:close/>
                <a:moveTo>
                  <a:pt x="235049" y="146260"/>
                </a:moveTo>
                <a:lnTo>
                  <a:pt x="240933" y="137590"/>
                </a:lnTo>
                <a:cubicBezTo>
                  <a:pt x="240189" y="136908"/>
                  <a:pt x="238311" y="135030"/>
                  <a:pt x="237382" y="133089"/>
                </a:cubicBezTo>
                <a:close/>
                <a:moveTo>
                  <a:pt x="227721" y="137301"/>
                </a:moveTo>
                <a:cubicBezTo>
                  <a:pt x="226833" y="139448"/>
                  <a:pt x="224273" y="144753"/>
                  <a:pt x="219773" y="148200"/>
                </a:cubicBezTo>
                <a:lnTo>
                  <a:pt x="233439" y="147849"/>
                </a:lnTo>
                <a:close/>
                <a:moveTo>
                  <a:pt x="228010" y="135917"/>
                </a:moveTo>
                <a:cubicBezTo>
                  <a:pt x="231560" y="139035"/>
                  <a:pt x="234801" y="138044"/>
                  <a:pt x="235627" y="137713"/>
                </a:cubicBezTo>
                <a:lnTo>
                  <a:pt x="236763" y="131355"/>
                </a:lnTo>
                <a:cubicBezTo>
                  <a:pt x="235049" y="131768"/>
                  <a:pt x="230590" y="132181"/>
                  <a:pt x="223778" y="128114"/>
                </a:cubicBezTo>
                <a:close/>
                <a:moveTo>
                  <a:pt x="236948" y="130344"/>
                </a:moveTo>
                <a:lnTo>
                  <a:pt x="238208" y="123222"/>
                </a:lnTo>
                <a:cubicBezTo>
                  <a:pt x="235627" y="123057"/>
                  <a:pt x="224335" y="121962"/>
                  <a:pt x="217192" y="115976"/>
                </a:cubicBezTo>
                <a:lnTo>
                  <a:pt x="222890" y="126463"/>
                </a:lnTo>
                <a:cubicBezTo>
                  <a:pt x="230941" y="131768"/>
                  <a:pt x="235895" y="130674"/>
                  <a:pt x="236948" y="130344"/>
                </a:cubicBezTo>
                <a:close/>
                <a:moveTo>
                  <a:pt x="237795" y="130757"/>
                </a:moveTo>
                <a:lnTo>
                  <a:pt x="237795" y="130757"/>
                </a:lnTo>
                <a:cubicBezTo>
                  <a:pt x="237464" y="132615"/>
                  <a:pt x="240045" y="135484"/>
                  <a:pt x="241469" y="136826"/>
                </a:cubicBezTo>
                <a:lnTo>
                  <a:pt x="248880" y="125926"/>
                </a:lnTo>
                <a:cubicBezTo>
                  <a:pt x="246816" y="126194"/>
                  <a:pt x="242316" y="126401"/>
                  <a:pt x="239054" y="123696"/>
                </a:cubicBezTo>
                <a:close/>
                <a:moveTo>
                  <a:pt x="241407" y="138560"/>
                </a:moveTo>
                <a:lnTo>
                  <a:pt x="235606" y="147065"/>
                </a:lnTo>
                <a:lnTo>
                  <a:pt x="246733" y="141409"/>
                </a:lnTo>
                <a:cubicBezTo>
                  <a:pt x="245041" y="141058"/>
                  <a:pt x="242336" y="140211"/>
                  <a:pt x="241407" y="138560"/>
                </a:cubicBezTo>
                <a:close/>
                <a:moveTo>
                  <a:pt x="235256" y="149233"/>
                </a:moveTo>
                <a:lnTo>
                  <a:pt x="243802" y="164798"/>
                </a:lnTo>
                <a:cubicBezTo>
                  <a:pt x="244566" y="162527"/>
                  <a:pt x="246589" y="157180"/>
                  <a:pt x="249582" y="155219"/>
                </a:cubicBezTo>
                <a:close/>
                <a:moveTo>
                  <a:pt x="234038" y="148944"/>
                </a:moveTo>
                <a:lnTo>
                  <a:pt x="222766" y="155818"/>
                </a:lnTo>
                <a:cubicBezTo>
                  <a:pt x="226172" y="156272"/>
                  <a:pt x="235359" y="157965"/>
                  <a:pt x="242109" y="163621"/>
                </a:cubicBezTo>
                <a:close/>
                <a:moveTo>
                  <a:pt x="227143" y="136248"/>
                </a:moveTo>
                <a:lnTo>
                  <a:pt x="222622" y="127928"/>
                </a:lnTo>
                <a:cubicBezTo>
                  <a:pt x="221300" y="131335"/>
                  <a:pt x="215974" y="142709"/>
                  <a:pt x="202411" y="148634"/>
                </a:cubicBezTo>
                <a:lnTo>
                  <a:pt x="218121" y="148242"/>
                </a:lnTo>
                <a:cubicBezTo>
                  <a:pt x="223778" y="144629"/>
                  <a:pt x="226688" y="137445"/>
                  <a:pt x="227143" y="136248"/>
                </a:cubicBezTo>
                <a:close/>
                <a:moveTo>
                  <a:pt x="222044" y="126834"/>
                </a:moveTo>
                <a:lnTo>
                  <a:pt x="215334" y="114469"/>
                </a:lnTo>
                <a:cubicBezTo>
                  <a:pt x="212878" y="119196"/>
                  <a:pt x="199707" y="143205"/>
                  <a:pt x="183770" y="149109"/>
                </a:cubicBezTo>
                <a:lnTo>
                  <a:pt x="199769" y="148696"/>
                </a:lnTo>
                <a:cubicBezTo>
                  <a:pt x="216222" y="142709"/>
                  <a:pt x="221466" y="128568"/>
                  <a:pt x="222044" y="126834"/>
                </a:cubicBezTo>
                <a:close/>
                <a:moveTo>
                  <a:pt x="215706" y="113230"/>
                </a:moveTo>
                <a:cubicBezTo>
                  <a:pt x="222209" y="120827"/>
                  <a:pt x="235875" y="122148"/>
                  <a:pt x="238373" y="122313"/>
                </a:cubicBezTo>
                <a:lnTo>
                  <a:pt x="239880" y="113829"/>
                </a:lnTo>
                <a:cubicBezTo>
                  <a:pt x="236907" y="113106"/>
                  <a:pt x="218885" y="108461"/>
                  <a:pt x="208728" y="100369"/>
                </a:cubicBezTo>
                <a:close/>
                <a:moveTo>
                  <a:pt x="239240" y="122623"/>
                </a:moveTo>
                <a:cubicBezTo>
                  <a:pt x="242790" y="126009"/>
                  <a:pt x="248591" y="125080"/>
                  <a:pt x="249603" y="124873"/>
                </a:cubicBezTo>
                <a:lnTo>
                  <a:pt x="253732" y="118825"/>
                </a:lnTo>
                <a:cubicBezTo>
                  <a:pt x="251089" y="118742"/>
                  <a:pt x="243224" y="118226"/>
                  <a:pt x="240623" y="114861"/>
                </a:cubicBezTo>
                <a:close/>
                <a:moveTo>
                  <a:pt x="242027" y="137631"/>
                </a:moveTo>
                <a:cubicBezTo>
                  <a:pt x="242419" y="139551"/>
                  <a:pt x="246382" y="140500"/>
                  <a:pt x="248075" y="140727"/>
                </a:cubicBezTo>
                <a:lnTo>
                  <a:pt x="259429" y="134968"/>
                </a:lnTo>
                <a:cubicBezTo>
                  <a:pt x="257592" y="134080"/>
                  <a:pt x="253422" y="131624"/>
                  <a:pt x="249871" y="126132"/>
                </a:cubicBezTo>
                <a:close/>
                <a:moveTo>
                  <a:pt x="250656" y="155673"/>
                </a:moveTo>
                <a:cubicBezTo>
                  <a:pt x="247167" y="157242"/>
                  <a:pt x="244772" y="164715"/>
                  <a:pt x="244421" y="165913"/>
                </a:cubicBezTo>
                <a:lnTo>
                  <a:pt x="250697" y="177370"/>
                </a:lnTo>
                <a:cubicBezTo>
                  <a:pt x="252555" y="174955"/>
                  <a:pt x="260069" y="165644"/>
                  <a:pt x="267315" y="162610"/>
                </a:cubicBezTo>
                <a:close/>
                <a:moveTo>
                  <a:pt x="243554" y="166243"/>
                </a:moveTo>
                <a:cubicBezTo>
                  <a:pt x="235937" y="158109"/>
                  <a:pt x="222931" y="156726"/>
                  <a:pt x="221486" y="156602"/>
                </a:cubicBezTo>
                <a:lnTo>
                  <a:pt x="216965" y="159369"/>
                </a:lnTo>
                <a:cubicBezTo>
                  <a:pt x="221342" y="161020"/>
                  <a:pt x="240231" y="168369"/>
                  <a:pt x="248715" y="175656"/>
                </a:cubicBezTo>
                <a:close/>
                <a:moveTo>
                  <a:pt x="220970" y="155839"/>
                </a:moveTo>
                <a:cubicBezTo>
                  <a:pt x="222023" y="151792"/>
                  <a:pt x="218761" y="149542"/>
                  <a:pt x="218142" y="149171"/>
                </a:cubicBezTo>
                <a:lnTo>
                  <a:pt x="202535" y="149563"/>
                </a:lnTo>
                <a:cubicBezTo>
                  <a:pt x="206602" y="150987"/>
                  <a:pt x="214178" y="154228"/>
                  <a:pt x="216139" y="158791"/>
                </a:cubicBezTo>
                <a:close/>
                <a:moveTo>
                  <a:pt x="199790" y="149625"/>
                </a:moveTo>
                <a:lnTo>
                  <a:pt x="182160" y="150079"/>
                </a:lnTo>
                <a:cubicBezTo>
                  <a:pt x="187176" y="152453"/>
                  <a:pt x="200677" y="159534"/>
                  <a:pt x="201978" y="167440"/>
                </a:cubicBezTo>
                <a:lnTo>
                  <a:pt x="215334" y="159265"/>
                </a:lnTo>
                <a:cubicBezTo>
                  <a:pt x="213105" y="153650"/>
                  <a:pt x="200781" y="149914"/>
                  <a:pt x="199790" y="149625"/>
                </a:cubicBezTo>
                <a:close/>
                <a:moveTo>
                  <a:pt x="214798" y="113499"/>
                </a:moveTo>
                <a:lnTo>
                  <a:pt x="213683" y="111434"/>
                </a:lnTo>
                <a:cubicBezTo>
                  <a:pt x="195186" y="143184"/>
                  <a:pt x="157656" y="147499"/>
                  <a:pt x="157284" y="147540"/>
                </a:cubicBezTo>
                <a:lnTo>
                  <a:pt x="157264" y="147540"/>
                </a:lnTo>
                <a:cubicBezTo>
                  <a:pt x="155096" y="148428"/>
                  <a:pt x="152846" y="149233"/>
                  <a:pt x="150513" y="149955"/>
                </a:cubicBezTo>
                <a:lnTo>
                  <a:pt x="180096" y="149212"/>
                </a:lnTo>
                <a:cubicBezTo>
                  <a:pt x="197767" y="145847"/>
                  <a:pt x="213415" y="116203"/>
                  <a:pt x="214798" y="113499"/>
                </a:cubicBezTo>
                <a:close/>
                <a:moveTo>
                  <a:pt x="213167" y="110485"/>
                </a:moveTo>
                <a:lnTo>
                  <a:pt x="207159" y="99420"/>
                </a:lnTo>
                <a:cubicBezTo>
                  <a:pt x="204827" y="104622"/>
                  <a:pt x="191202" y="132160"/>
                  <a:pt x="160794" y="146033"/>
                </a:cubicBezTo>
                <a:cubicBezTo>
                  <a:pt x="170682" y="144072"/>
                  <a:pt x="198345" y="136434"/>
                  <a:pt x="213167" y="110485"/>
                </a:cubicBezTo>
                <a:close/>
                <a:moveTo>
                  <a:pt x="268925" y="96509"/>
                </a:moveTo>
                <a:cubicBezTo>
                  <a:pt x="264776" y="98264"/>
                  <a:pt x="253030" y="102454"/>
                  <a:pt x="243616" y="98016"/>
                </a:cubicBezTo>
                <a:lnTo>
                  <a:pt x="240871" y="113437"/>
                </a:lnTo>
                <a:cubicBezTo>
                  <a:pt x="242357" y="117565"/>
                  <a:pt x="252658" y="117875"/>
                  <a:pt x="254351" y="117916"/>
                </a:cubicBezTo>
                <a:close/>
                <a:moveTo>
                  <a:pt x="254702" y="119031"/>
                </a:moveTo>
                <a:lnTo>
                  <a:pt x="250429" y="125286"/>
                </a:lnTo>
                <a:cubicBezTo>
                  <a:pt x="254454" y="131727"/>
                  <a:pt x="259512" y="134039"/>
                  <a:pt x="260482" y="134431"/>
                </a:cubicBezTo>
                <a:lnTo>
                  <a:pt x="276275" y="126401"/>
                </a:lnTo>
                <a:cubicBezTo>
                  <a:pt x="272332" y="125864"/>
                  <a:pt x="261638" y="124068"/>
                  <a:pt x="254702" y="119031"/>
                </a:cubicBezTo>
                <a:close/>
                <a:moveTo>
                  <a:pt x="276832" y="127144"/>
                </a:moveTo>
                <a:lnTo>
                  <a:pt x="260895" y="135236"/>
                </a:lnTo>
                <a:cubicBezTo>
                  <a:pt x="259533" y="140273"/>
                  <a:pt x="263001" y="149584"/>
                  <a:pt x="265808" y="155900"/>
                </a:cubicBezTo>
                <a:cubicBezTo>
                  <a:pt x="269276" y="147168"/>
                  <a:pt x="274540" y="136991"/>
                  <a:pt x="274602" y="136867"/>
                </a:cubicBezTo>
                <a:cubicBezTo>
                  <a:pt x="274623" y="136826"/>
                  <a:pt x="274664" y="136785"/>
                  <a:pt x="274706" y="136743"/>
                </a:cubicBezTo>
                <a:cubicBezTo>
                  <a:pt x="274933" y="133234"/>
                  <a:pt x="275573" y="129931"/>
                  <a:pt x="276832" y="127144"/>
                </a:cubicBezTo>
                <a:close/>
                <a:moveTo>
                  <a:pt x="274623" y="138849"/>
                </a:moveTo>
                <a:cubicBezTo>
                  <a:pt x="272951" y="142172"/>
                  <a:pt x="268987" y="150203"/>
                  <a:pt x="266345" y="157057"/>
                </a:cubicBezTo>
                <a:cubicBezTo>
                  <a:pt x="267584" y="159781"/>
                  <a:pt x="268616" y="161763"/>
                  <a:pt x="268884" y="162279"/>
                </a:cubicBezTo>
                <a:lnTo>
                  <a:pt x="279206" y="166573"/>
                </a:lnTo>
                <a:cubicBezTo>
                  <a:pt x="278091" y="163002"/>
                  <a:pt x="274437" y="150244"/>
                  <a:pt x="274623" y="138849"/>
                </a:cubicBezTo>
                <a:close/>
                <a:moveTo>
                  <a:pt x="257530" y="189818"/>
                </a:moveTo>
                <a:cubicBezTo>
                  <a:pt x="260069" y="186887"/>
                  <a:pt x="272786" y="172415"/>
                  <a:pt x="279020" y="167502"/>
                </a:cubicBezTo>
                <a:lnTo>
                  <a:pt x="268533" y="163126"/>
                </a:lnTo>
                <a:cubicBezTo>
                  <a:pt x="260978" y="165706"/>
                  <a:pt x="252493" y="176544"/>
                  <a:pt x="251192" y="178258"/>
                </a:cubicBezTo>
                <a:close/>
                <a:moveTo>
                  <a:pt x="255755" y="188497"/>
                </a:moveTo>
                <a:lnTo>
                  <a:pt x="250263" y="178485"/>
                </a:lnTo>
                <a:cubicBezTo>
                  <a:pt x="243369" y="170310"/>
                  <a:pt x="218390" y="160876"/>
                  <a:pt x="215954" y="159967"/>
                </a:cubicBezTo>
                <a:lnTo>
                  <a:pt x="202824" y="167998"/>
                </a:lnTo>
                <a:cubicBezTo>
                  <a:pt x="209368" y="169484"/>
                  <a:pt x="242006" y="177287"/>
                  <a:pt x="255755" y="188497"/>
                </a:cubicBezTo>
                <a:close/>
                <a:moveTo>
                  <a:pt x="197890" y="187485"/>
                </a:moveTo>
                <a:cubicBezTo>
                  <a:pt x="200388" y="187031"/>
                  <a:pt x="230177" y="181622"/>
                  <a:pt x="240767" y="180982"/>
                </a:cubicBezTo>
                <a:cubicBezTo>
                  <a:pt x="224438" y="173819"/>
                  <a:pt x="203815" y="169154"/>
                  <a:pt x="201689" y="168679"/>
                </a:cubicBezTo>
                <a:lnTo>
                  <a:pt x="175471" y="184698"/>
                </a:lnTo>
                <a:cubicBezTo>
                  <a:pt x="178816" y="185029"/>
                  <a:pt x="187631" y="185958"/>
                  <a:pt x="197890" y="187485"/>
                </a:cubicBezTo>
                <a:close/>
                <a:moveTo>
                  <a:pt x="174377" y="184265"/>
                </a:moveTo>
                <a:lnTo>
                  <a:pt x="201111" y="167956"/>
                </a:lnTo>
                <a:cubicBezTo>
                  <a:pt x="200533" y="162589"/>
                  <a:pt x="193431" y="157387"/>
                  <a:pt x="187610" y="154001"/>
                </a:cubicBezTo>
                <a:cubicBezTo>
                  <a:pt x="187197" y="157614"/>
                  <a:pt x="184678" y="173757"/>
                  <a:pt x="172685" y="179785"/>
                </a:cubicBezTo>
                <a:cubicBezTo>
                  <a:pt x="173531" y="181416"/>
                  <a:pt x="174130" y="182944"/>
                  <a:pt x="174377" y="184265"/>
                </a:cubicBezTo>
                <a:close/>
                <a:moveTo>
                  <a:pt x="172251" y="178980"/>
                </a:moveTo>
                <a:cubicBezTo>
                  <a:pt x="184389" y="172890"/>
                  <a:pt x="186495" y="155921"/>
                  <a:pt x="186743" y="153506"/>
                </a:cubicBezTo>
                <a:cubicBezTo>
                  <a:pt x="183357" y="151586"/>
                  <a:pt x="180570" y="150347"/>
                  <a:pt x="180054" y="150120"/>
                </a:cubicBezTo>
                <a:lnTo>
                  <a:pt x="148119" y="150925"/>
                </a:lnTo>
                <a:cubicBezTo>
                  <a:pt x="151793" y="154435"/>
                  <a:pt x="166533" y="168741"/>
                  <a:pt x="172251" y="178980"/>
                </a:cubicBezTo>
                <a:close/>
                <a:moveTo>
                  <a:pt x="146921" y="150038"/>
                </a:moveTo>
                <a:cubicBezTo>
                  <a:pt x="188539" y="138952"/>
                  <a:pt x="205322" y="101422"/>
                  <a:pt x="206602" y="98408"/>
                </a:cubicBezTo>
                <a:lnTo>
                  <a:pt x="201813" y="89573"/>
                </a:lnTo>
                <a:cubicBezTo>
                  <a:pt x="196239" y="94857"/>
                  <a:pt x="146384" y="142049"/>
                  <a:pt x="133792" y="150368"/>
                </a:cubicBezTo>
                <a:close/>
                <a:moveTo>
                  <a:pt x="131934" y="150409"/>
                </a:moveTo>
                <a:cubicBezTo>
                  <a:pt x="141347" y="145537"/>
                  <a:pt x="197127" y="92752"/>
                  <a:pt x="201359" y="88726"/>
                </a:cubicBezTo>
                <a:lnTo>
                  <a:pt x="190975" y="69569"/>
                </a:lnTo>
                <a:cubicBezTo>
                  <a:pt x="152990" y="96674"/>
                  <a:pt x="110382" y="126421"/>
                  <a:pt x="71613" y="151937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4"/>
          <p:cNvSpPr txBox="1">
            <a:spLocks noGrp="1"/>
          </p:cNvSpPr>
          <p:nvPr>
            <p:ph type="ctrTitle"/>
          </p:nvPr>
        </p:nvSpPr>
        <p:spPr>
          <a:xfrm>
            <a:off x="1112984" y="1784445"/>
            <a:ext cx="7249882" cy="31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dirty="0">
                <a:effectLst/>
                <a:latin typeface="Fontdiner Swanky" panose="020B0604020202020204" charset="0"/>
              </a:rPr>
              <a:t>Halloween: Tradições e Origens de uma Festa Popular</a:t>
            </a:r>
            <a:endParaRPr lang="pt-BR" sz="3200" dirty="0">
              <a:latin typeface="Fontdiner Swanky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48"/>
          <p:cNvPicPr preferRelativeResize="0"/>
          <p:nvPr/>
        </p:nvPicPr>
        <p:blipFill rotWithShape="1">
          <a:blip r:embed="rId3">
            <a:alphaModFix/>
          </a:blip>
          <a:srcRect t="20401" r="32400"/>
          <a:stretch/>
        </p:blipFill>
        <p:spPr>
          <a:xfrm>
            <a:off x="4502313" y="1533475"/>
            <a:ext cx="1571100" cy="78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48"/>
          <p:cNvPicPr preferRelativeResize="0"/>
          <p:nvPr/>
        </p:nvPicPr>
        <p:blipFill rotWithShape="1">
          <a:blip r:embed="rId3">
            <a:alphaModFix/>
          </a:blip>
          <a:srcRect t="12952" r="32400"/>
          <a:stretch/>
        </p:blipFill>
        <p:spPr>
          <a:xfrm>
            <a:off x="4502313" y="2564950"/>
            <a:ext cx="1571100" cy="8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8"/>
          <p:cNvPicPr preferRelativeResize="0"/>
          <p:nvPr/>
        </p:nvPicPr>
        <p:blipFill rotWithShape="1">
          <a:blip r:embed="rId3">
            <a:alphaModFix/>
          </a:blip>
          <a:srcRect t="12952" r="32400"/>
          <a:stretch/>
        </p:blipFill>
        <p:spPr>
          <a:xfrm>
            <a:off x="4502313" y="3759150"/>
            <a:ext cx="1571100" cy="8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 t="20401" r="32400"/>
          <a:stretch/>
        </p:blipFill>
        <p:spPr>
          <a:xfrm>
            <a:off x="340325" y="1533475"/>
            <a:ext cx="1571100" cy="78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8"/>
          <p:cNvPicPr preferRelativeResize="0"/>
          <p:nvPr/>
        </p:nvPicPr>
        <p:blipFill rotWithShape="1">
          <a:blip r:embed="rId3">
            <a:alphaModFix/>
          </a:blip>
          <a:srcRect t="12952" r="32400"/>
          <a:stretch/>
        </p:blipFill>
        <p:spPr>
          <a:xfrm>
            <a:off x="340325" y="2564950"/>
            <a:ext cx="1571100" cy="8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48"/>
          <p:cNvPicPr preferRelativeResize="0"/>
          <p:nvPr/>
        </p:nvPicPr>
        <p:blipFill rotWithShape="1">
          <a:blip r:embed="rId3">
            <a:alphaModFix/>
          </a:blip>
          <a:srcRect t="12952" r="32400"/>
          <a:stretch/>
        </p:blipFill>
        <p:spPr>
          <a:xfrm>
            <a:off x="340325" y="3759150"/>
            <a:ext cx="1571100" cy="8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0" dirty="0">
                <a:solidFill>
                  <a:schemeClr val="accent5">
                    <a:lumMod val="75000"/>
                  </a:schemeClr>
                </a:solidFill>
                <a:effectLst/>
                <a:latin typeface="Fontdiner Swanky" panose="020B0604020202020204" charset="0"/>
              </a:rPr>
              <a:t>Assuntos Abordados</a:t>
            </a:r>
            <a:endParaRPr b="1" dirty="0">
              <a:solidFill>
                <a:schemeClr val="accent5">
                  <a:lumMod val="75000"/>
                </a:schemeClr>
              </a:solidFill>
              <a:latin typeface="Fontdiner Swanky" panose="020B0604020202020204" charset="0"/>
            </a:endParaRPr>
          </a:p>
        </p:txBody>
      </p:sp>
      <p:sp>
        <p:nvSpPr>
          <p:cNvPr id="508" name="Google Shape;508;p48"/>
          <p:cNvSpPr txBox="1"/>
          <p:nvPr/>
        </p:nvSpPr>
        <p:spPr>
          <a:xfrm>
            <a:off x="2540062" y="1771663"/>
            <a:ext cx="1571100" cy="5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2207314" y="1908163"/>
            <a:ext cx="1772718" cy="33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chemeClr val="accent1"/>
                </a:solidFill>
                <a:effectLst/>
                <a:latin typeface="Baskerville Old Face" panose="02020602080505020303" pitchFamily="18" charset="0"/>
                <a:cs typeface="Aharoni" panose="02010803020104030203" pitchFamily="2" charset="-79"/>
              </a:rPr>
              <a:t>Introdução ao Halloween</a:t>
            </a:r>
            <a:endParaRPr sz="1200" dirty="0">
              <a:solidFill>
                <a:schemeClr val="accent1"/>
              </a:solidFill>
              <a:latin typeface="Baskerville Old Face" panose="02020602080505020303" pitchFamily="18" charset="0"/>
              <a:ea typeface="Fontdiner Swanky"/>
              <a:cs typeface="Aharoni" panose="02010803020104030203" pitchFamily="2" charset="-79"/>
              <a:sym typeface="Fontdiner Swanky"/>
            </a:endParaRPr>
          </a:p>
        </p:txBody>
      </p:sp>
      <p:sp>
        <p:nvSpPr>
          <p:cNvPr id="510" name="Google Shape;510;p48"/>
          <p:cNvSpPr txBox="1"/>
          <p:nvPr/>
        </p:nvSpPr>
        <p:spPr>
          <a:xfrm>
            <a:off x="6769386" y="1771686"/>
            <a:ext cx="1571100" cy="5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11" name="Google Shape;511;p48"/>
          <p:cNvSpPr txBox="1"/>
          <p:nvPr/>
        </p:nvSpPr>
        <p:spPr>
          <a:xfrm>
            <a:off x="6313698" y="1961430"/>
            <a:ext cx="2070085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dirty="0">
                <a:solidFill>
                  <a:schemeClr val="accent1"/>
                </a:solidFill>
                <a:effectLst/>
                <a:latin typeface="Baskerville Old Face" panose="02020602080505020303" pitchFamily="18" charset="0"/>
              </a:rPr>
              <a:t>O </a:t>
            </a:r>
            <a:r>
              <a:rPr lang="es-ES" b="1" i="0" dirty="0">
                <a:solidFill>
                  <a:schemeClr val="accent1"/>
                </a:solidFill>
                <a:effectLst/>
                <a:latin typeface="Baskerville Old Face" panose="02020602080505020303" pitchFamily="18" charset="0"/>
                <a:cs typeface="Aharoni" panose="02010803020104030203" pitchFamily="2" charset="-79"/>
              </a:rPr>
              <a:t>Halloween nos Estados Unidos</a:t>
            </a:r>
            <a:endParaRPr sz="1800" dirty="0">
              <a:solidFill>
                <a:schemeClr val="accent1"/>
              </a:solidFill>
              <a:latin typeface="Baskerville Old Face" panose="02020602080505020303" pitchFamily="18" charset="0"/>
              <a:ea typeface="Fontdiner Swanky"/>
              <a:cs typeface="Aharoni" panose="02010803020104030203" pitchFamily="2" charset="-79"/>
              <a:sym typeface="Fontdiner Swanky"/>
            </a:endParaRPr>
          </a:p>
        </p:txBody>
      </p:sp>
      <p:sp>
        <p:nvSpPr>
          <p:cNvPr id="512" name="Google Shape;512;p48"/>
          <p:cNvSpPr txBox="1"/>
          <p:nvPr/>
        </p:nvSpPr>
        <p:spPr>
          <a:xfrm>
            <a:off x="6525446" y="2732965"/>
            <a:ext cx="1661359" cy="5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dirty="0">
                <a:solidFill>
                  <a:schemeClr val="accent1"/>
                </a:solidFill>
                <a:effectLst/>
                <a:latin typeface="Baskerville Old Face" panose="02020602080505020303" pitchFamily="18" charset="0"/>
              </a:rPr>
              <a:t>O</a:t>
            </a:r>
            <a:r>
              <a:rPr lang="es-ES" sz="2400" b="1" i="0" dirty="0">
                <a:solidFill>
                  <a:schemeClr val="accent1"/>
                </a:solidFill>
                <a:effectLst/>
                <a:latin typeface="Baskerville Old Face" panose="02020602080505020303" pitchFamily="18" charset="0"/>
              </a:rPr>
              <a:t> </a:t>
            </a:r>
            <a:r>
              <a:rPr lang="pt-BR" b="1" i="0" dirty="0">
                <a:solidFill>
                  <a:schemeClr val="accent1"/>
                </a:solidFill>
                <a:effectLst/>
                <a:latin typeface="Baskerville Old Face" panose="02020602080505020303" pitchFamily="18" charset="0"/>
                <a:cs typeface="Aharoni" panose="02010803020104030203" pitchFamily="2" charset="-79"/>
              </a:rPr>
              <a:t>Halloween no Brasil</a:t>
            </a:r>
            <a:endParaRPr dirty="0">
              <a:solidFill>
                <a:schemeClr val="accent1"/>
              </a:solidFill>
              <a:latin typeface="Baskerville Old Face" panose="02020602080505020303" pitchFamily="18" charset="0"/>
              <a:ea typeface="Assistant"/>
              <a:cs typeface="Aharoni" panose="02010803020104030203" pitchFamily="2" charset="-79"/>
              <a:sym typeface="Assistant"/>
            </a:endParaRPr>
          </a:p>
        </p:txBody>
      </p:sp>
      <p:sp>
        <p:nvSpPr>
          <p:cNvPr id="514" name="Google Shape;514;p48"/>
          <p:cNvSpPr txBox="1"/>
          <p:nvPr/>
        </p:nvSpPr>
        <p:spPr>
          <a:xfrm>
            <a:off x="2540062" y="4054775"/>
            <a:ext cx="1571100" cy="5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15" name="Google Shape;515;p48"/>
          <p:cNvSpPr txBox="1"/>
          <p:nvPr/>
        </p:nvSpPr>
        <p:spPr>
          <a:xfrm>
            <a:off x="2217195" y="4172225"/>
            <a:ext cx="2059406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0" dirty="0">
                <a:solidFill>
                  <a:schemeClr val="accent1"/>
                </a:solidFill>
                <a:effectLst/>
                <a:latin typeface="Baskerville Old Face" panose="02020602080505020303" pitchFamily="18" charset="0"/>
                <a:cs typeface="Aharoni" panose="02010803020104030203" pitchFamily="2" charset="-79"/>
              </a:rPr>
              <a:t>Influência Cristã na Evolução do Halloween</a:t>
            </a:r>
            <a:endParaRPr sz="1100" dirty="0">
              <a:solidFill>
                <a:schemeClr val="accent1"/>
              </a:solidFill>
              <a:latin typeface="Baskerville Old Face" panose="02020602080505020303" pitchFamily="18" charset="0"/>
              <a:ea typeface="Fontdiner Swanky"/>
              <a:cs typeface="Aharoni" panose="02010803020104030203" pitchFamily="2" charset="-79"/>
              <a:sym typeface="Fontdiner Swanky"/>
            </a:endParaRPr>
          </a:p>
        </p:txBody>
      </p:sp>
      <p:sp>
        <p:nvSpPr>
          <p:cNvPr id="516" name="Google Shape;516;p48"/>
          <p:cNvSpPr txBox="1"/>
          <p:nvPr/>
        </p:nvSpPr>
        <p:spPr>
          <a:xfrm>
            <a:off x="2540041" y="2913219"/>
            <a:ext cx="1571100" cy="5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18" name="Google Shape;518;p48"/>
          <p:cNvSpPr txBox="1"/>
          <p:nvPr/>
        </p:nvSpPr>
        <p:spPr>
          <a:xfrm>
            <a:off x="6769386" y="4054775"/>
            <a:ext cx="1571100" cy="5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19" name="Google Shape;519;p48"/>
          <p:cNvSpPr txBox="1"/>
          <p:nvPr/>
        </p:nvSpPr>
        <p:spPr>
          <a:xfrm>
            <a:off x="6488868" y="4172225"/>
            <a:ext cx="1894915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i="0" dirty="0">
                <a:solidFill>
                  <a:schemeClr val="accent1"/>
                </a:solidFill>
                <a:effectLst/>
                <a:latin typeface="Baskerville Old Face" panose="02020602080505020303" pitchFamily="18" charset="0"/>
                <a:cs typeface="Aharoni" panose="02010803020104030203" pitchFamily="2" charset="-79"/>
              </a:rPr>
              <a:t>Curiosidades sobre o Halloween</a:t>
            </a:r>
            <a:endParaRPr sz="1100" dirty="0">
              <a:solidFill>
                <a:schemeClr val="accent1"/>
              </a:solidFill>
              <a:latin typeface="Baskerville Old Face" panose="02020602080505020303" pitchFamily="18" charset="0"/>
              <a:ea typeface="Fontdiner Swanky"/>
              <a:cs typeface="Aharoni" panose="02010803020104030203" pitchFamily="2" charset="-79"/>
              <a:sym typeface="Fontdiner Swanky"/>
            </a:endParaRPr>
          </a:p>
        </p:txBody>
      </p:sp>
      <p:sp>
        <p:nvSpPr>
          <p:cNvPr id="520" name="Google Shape;520;p48"/>
          <p:cNvSpPr/>
          <p:nvPr/>
        </p:nvSpPr>
        <p:spPr>
          <a:xfrm>
            <a:off x="1600617" y="1530625"/>
            <a:ext cx="797083" cy="785710"/>
          </a:xfrm>
          <a:custGeom>
            <a:avLst/>
            <a:gdLst/>
            <a:ahLst/>
            <a:cxnLst/>
            <a:rect l="l" t="t" r="r" b="b"/>
            <a:pathLst>
              <a:path w="72561" h="71542" extrusionOk="0">
                <a:moveTo>
                  <a:pt x="15213" y="9701"/>
                </a:moveTo>
                <a:cubicBezTo>
                  <a:pt x="5815" y="15734"/>
                  <a:pt x="-2440" y="27989"/>
                  <a:pt x="735" y="38276"/>
                </a:cubicBezTo>
                <a:cubicBezTo>
                  <a:pt x="3910" y="48563"/>
                  <a:pt x="22452" y="70471"/>
                  <a:pt x="34263" y="71423"/>
                </a:cubicBezTo>
                <a:cubicBezTo>
                  <a:pt x="46074" y="72376"/>
                  <a:pt x="67791" y="55548"/>
                  <a:pt x="71601" y="43991"/>
                </a:cubicBezTo>
                <a:cubicBezTo>
                  <a:pt x="75411" y="32434"/>
                  <a:pt x="66521" y="7796"/>
                  <a:pt x="57123" y="2081"/>
                </a:cubicBezTo>
                <a:cubicBezTo>
                  <a:pt x="47725" y="-3634"/>
                  <a:pt x="24611" y="3669"/>
                  <a:pt x="15213" y="9701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1" name="Google Shape;521;p48"/>
          <p:cNvSpPr/>
          <p:nvPr/>
        </p:nvSpPr>
        <p:spPr>
          <a:xfrm>
            <a:off x="5827167" y="1530625"/>
            <a:ext cx="797083" cy="785710"/>
          </a:xfrm>
          <a:custGeom>
            <a:avLst/>
            <a:gdLst/>
            <a:ahLst/>
            <a:cxnLst/>
            <a:rect l="l" t="t" r="r" b="b"/>
            <a:pathLst>
              <a:path w="72561" h="71542" extrusionOk="0">
                <a:moveTo>
                  <a:pt x="15213" y="9701"/>
                </a:moveTo>
                <a:cubicBezTo>
                  <a:pt x="5815" y="15734"/>
                  <a:pt x="-2440" y="27989"/>
                  <a:pt x="735" y="38276"/>
                </a:cubicBezTo>
                <a:cubicBezTo>
                  <a:pt x="3910" y="48563"/>
                  <a:pt x="22452" y="70471"/>
                  <a:pt x="34263" y="71423"/>
                </a:cubicBezTo>
                <a:cubicBezTo>
                  <a:pt x="46074" y="72376"/>
                  <a:pt x="67791" y="55548"/>
                  <a:pt x="71601" y="43991"/>
                </a:cubicBezTo>
                <a:cubicBezTo>
                  <a:pt x="75411" y="32434"/>
                  <a:pt x="66521" y="7796"/>
                  <a:pt x="57123" y="2081"/>
                </a:cubicBezTo>
                <a:cubicBezTo>
                  <a:pt x="47725" y="-3634"/>
                  <a:pt x="24611" y="3669"/>
                  <a:pt x="15213" y="9701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22" name="Google Shape;522;p48"/>
          <p:cNvSpPr/>
          <p:nvPr/>
        </p:nvSpPr>
        <p:spPr>
          <a:xfrm>
            <a:off x="1600617" y="2626000"/>
            <a:ext cx="797083" cy="785710"/>
          </a:xfrm>
          <a:custGeom>
            <a:avLst/>
            <a:gdLst/>
            <a:ahLst/>
            <a:cxnLst/>
            <a:rect l="l" t="t" r="r" b="b"/>
            <a:pathLst>
              <a:path w="72561" h="71542" extrusionOk="0">
                <a:moveTo>
                  <a:pt x="15213" y="9701"/>
                </a:moveTo>
                <a:cubicBezTo>
                  <a:pt x="5815" y="15734"/>
                  <a:pt x="-2440" y="27989"/>
                  <a:pt x="735" y="38276"/>
                </a:cubicBezTo>
                <a:cubicBezTo>
                  <a:pt x="3910" y="48563"/>
                  <a:pt x="22452" y="70471"/>
                  <a:pt x="34263" y="71423"/>
                </a:cubicBezTo>
                <a:cubicBezTo>
                  <a:pt x="46074" y="72376"/>
                  <a:pt x="67791" y="55548"/>
                  <a:pt x="71601" y="43991"/>
                </a:cubicBezTo>
                <a:cubicBezTo>
                  <a:pt x="75411" y="32434"/>
                  <a:pt x="66521" y="7796"/>
                  <a:pt x="57123" y="2081"/>
                </a:cubicBezTo>
                <a:cubicBezTo>
                  <a:pt x="47725" y="-3634"/>
                  <a:pt x="24611" y="3669"/>
                  <a:pt x="15213" y="9701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3" name="Google Shape;523;p48"/>
          <p:cNvSpPr/>
          <p:nvPr/>
        </p:nvSpPr>
        <p:spPr>
          <a:xfrm>
            <a:off x="5827167" y="2661185"/>
            <a:ext cx="797083" cy="785710"/>
          </a:xfrm>
          <a:custGeom>
            <a:avLst/>
            <a:gdLst/>
            <a:ahLst/>
            <a:cxnLst/>
            <a:rect l="l" t="t" r="r" b="b"/>
            <a:pathLst>
              <a:path w="72561" h="71542" extrusionOk="0">
                <a:moveTo>
                  <a:pt x="15213" y="9701"/>
                </a:moveTo>
                <a:cubicBezTo>
                  <a:pt x="5815" y="15734"/>
                  <a:pt x="-2440" y="27989"/>
                  <a:pt x="735" y="38276"/>
                </a:cubicBezTo>
                <a:cubicBezTo>
                  <a:pt x="3910" y="48563"/>
                  <a:pt x="22452" y="70471"/>
                  <a:pt x="34263" y="71423"/>
                </a:cubicBezTo>
                <a:cubicBezTo>
                  <a:pt x="46074" y="72376"/>
                  <a:pt x="67791" y="55548"/>
                  <a:pt x="71601" y="43991"/>
                </a:cubicBezTo>
                <a:cubicBezTo>
                  <a:pt x="75411" y="32434"/>
                  <a:pt x="66521" y="7796"/>
                  <a:pt x="57123" y="2081"/>
                </a:cubicBezTo>
                <a:cubicBezTo>
                  <a:pt x="47725" y="-3634"/>
                  <a:pt x="24611" y="3669"/>
                  <a:pt x="15213" y="9701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24" name="Google Shape;524;p48"/>
          <p:cNvSpPr/>
          <p:nvPr/>
        </p:nvSpPr>
        <p:spPr>
          <a:xfrm>
            <a:off x="1600617" y="3769000"/>
            <a:ext cx="797083" cy="785710"/>
          </a:xfrm>
          <a:custGeom>
            <a:avLst/>
            <a:gdLst/>
            <a:ahLst/>
            <a:cxnLst/>
            <a:rect l="l" t="t" r="r" b="b"/>
            <a:pathLst>
              <a:path w="72561" h="71542" extrusionOk="0">
                <a:moveTo>
                  <a:pt x="15213" y="9701"/>
                </a:moveTo>
                <a:cubicBezTo>
                  <a:pt x="5815" y="15734"/>
                  <a:pt x="-2440" y="27989"/>
                  <a:pt x="735" y="38276"/>
                </a:cubicBezTo>
                <a:cubicBezTo>
                  <a:pt x="3910" y="48563"/>
                  <a:pt x="22452" y="70471"/>
                  <a:pt x="34263" y="71423"/>
                </a:cubicBezTo>
                <a:cubicBezTo>
                  <a:pt x="46074" y="72376"/>
                  <a:pt x="67791" y="55548"/>
                  <a:pt x="71601" y="43991"/>
                </a:cubicBezTo>
                <a:cubicBezTo>
                  <a:pt x="75411" y="32434"/>
                  <a:pt x="66521" y="7796"/>
                  <a:pt x="57123" y="2081"/>
                </a:cubicBezTo>
                <a:cubicBezTo>
                  <a:pt x="47725" y="-3634"/>
                  <a:pt x="24611" y="3669"/>
                  <a:pt x="15213" y="9701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5" name="Google Shape;525;p48"/>
          <p:cNvSpPr/>
          <p:nvPr/>
        </p:nvSpPr>
        <p:spPr>
          <a:xfrm>
            <a:off x="5827167" y="3769000"/>
            <a:ext cx="797083" cy="785710"/>
          </a:xfrm>
          <a:custGeom>
            <a:avLst/>
            <a:gdLst/>
            <a:ahLst/>
            <a:cxnLst/>
            <a:rect l="l" t="t" r="r" b="b"/>
            <a:pathLst>
              <a:path w="72561" h="71542" extrusionOk="0">
                <a:moveTo>
                  <a:pt x="15213" y="9701"/>
                </a:moveTo>
                <a:cubicBezTo>
                  <a:pt x="5815" y="15734"/>
                  <a:pt x="-2440" y="27989"/>
                  <a:pt x="735" y="38276"/>
                </a:cubicBezTo>
                <a:cubicBezTo>
                  <a:pt x="3910" y="48563"/>
                  <a:pt x="22452" y="70471"/>
                  <a:pt x="34263" y="71423"/>
                </a:cubicBezTo>
                <a:cubicBezTo>
                  <a:pt x="46074" y="72376"/>
                  <a:pt x="67791" y="55548"/>
                  <a:pt x="71601" y="43991"/>
                </a:cubicBezTo>
                <a:cubicBezTo>
                  <a:pt x="75411" y="32434"/>
                  <a:pt x="66521" y="7796"/>
                  <a:pt x="57123" y="2081"/>
                </a:cubicBezTo>
                <a:cubicBezTo>
                  <a:pt x="47725" y="-3634"/>
                  <a:pt x="24611" y="3669"/>
                  <a:pt x="15213" y="9701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5" name="Google Shape;545;p48"/>
          <p:cNvSpPr txBox="1"/>
          <p:nvPr/>
        </p:nvSpPr>
        <p:spPr>
          <a:xfrm>
            <a:off x="803514" y="1617050"/>
            <a:ext cx="7971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2"/>
                </a:solidFill>
                <a:latin typeface="Fontdiner Swanky"/>
                <a:ea typeface="Fontdiner Swanky"/>
                <a:cs typeface="Fontdiner Swanky"/>
                <a:sym typeface="Fontdiner Swanky"/>
              </a:rPr>
              <a:t>01</a:t>
            </a:r>
            <a:endParaRPr sz="3000">
              <a:solidFill>
                <a:schemeClr val="accent2"/>
              </a:solidFill>
              <a:latin typeface="Fontdiner Swanky"/>
              <a:ea typeface="Fontdiner Swanky"/>
              <a:cs typeface="Fontdiner Swanky"/>
              <a:sym typeface="Fontdiner Swanky"/>
            </a:endParaRPr>
          </a:p>
        </p:txBody>
      </p:sp>
      <p:sp>
        <p:nvSpPr>
          <p:cNvPr id="546" name="Google Shape;546;p48"/>
          <p:cNvSpPr txBox="1"/>
          <p:nvPr/>
        </p:nvSpPr>
        <p:spPr>
          <a:xfrm>
            <a:off x="803514" y="2693025"/>
            <a:ext cx="7971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2"/>
                </a:solidFill>
                <a:latin typeface="Fontdiner Swanky"/>
                <a:ea typeface="Fontdiner Swanky"/>
                <a:cs typeface="Fontdiner Swanky"/>
                <a:sym typeface="Fontdiner Swanky"/>
              </a:rPr>
              <a:t>02</a:t>
            </a:r>
            <a:endParaRPr sz="3000">
              <a:solidFill>
                <a:schemeClr val="accent2"/>
              </a:solidFill>
              <a:latin typeface="Fontdiner Swanky"/>
              <a:ea typeface="Fontdiner Swanky"/>
              <a:cs typeface="Fontdiner Swanky"/>
              <a:sym typeface="Fontdiner Swanky"/>
            </a:endParaRPr>
          </a:p>
        </p:txBody>
      </p:sp>
      <p:sp>
        <p:nvSpPr>
          <p:cNvPr id="547" name="Google Shape;547;p48"/>
          <p:cNvSpPr txBox="1"/>
          <p:nvPr/>
        </p:nvSpPr>
        <p:spPr>
          <a:xfrm>
            <a:off x="803514" y="3855413"/>
            <a:ext cx="7971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2"/>
                </a:solidFill>
                <a:latin typeface="Fontdiner Swanky"/>
                <a:ea typeface="Fontdiner Swanky"/>
                <a:cs typeface="Fontdiner Swanky"/>
                <a:sym typeface="Fontdiner Swanky"/>
              </a:rPr>
              <a:t>03</a:t>
            </a:r>
            <a:endParaRPr sz="3000">
              <a:solidFill>
                <a:schemeClr val="accent2"/>
              </a:solidFill>
              <a:latin typeface="Fontdiner Swanky"/>
              <a:ea typeface="Fontdiner Swanky"/>
              <a:cs typeface="Fontdiner Swanky"/>
              <a:sym typeface="Fontdiner Swanky"/>
            </a:endParaRPr>
          </a:p>
        </p:txBody>
      </p:sp>
      <p:sp>
        <p:nvSpPr>
          <p:cNvPr id="548" name="Google Shape;548;p48"/>
          <p:cNvSpPr txBox="1"/>
          <p:nvPr/>
        </p:nvSpPr>
        <p:spPr>
          <a:xfrm>
            <a:off x="5050601" y="1617050"/>
            <a:ext cx="7971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2"/>
                </a:solidFill>
                <a:latin typeface="Fontdiner Swanky"/>
                <a:ea typeface="Fontdiner Swanky"/>
                <a:cs typeface="Fontdiner Swanky"/>
                <a:sym typeface="Fontdiner Swanky"/>
              </a:rPr>
              <a:t>04</a:t>
            </a:r>
            <a:endParaRPr sz="3000">
              <a:solidFill>
                <a:schemeClr val="accent2"/>
              </a:solidFill>
              <a:latin typeface="Fontdiner Swanky"/>
              <a:ea typeface="Fontdiner Swanky"/>
              <a:cs typeface="Fontdiner Swanky"/>
              <a:sym typeface="Fontdiner Swanky"/>
            </a:endParaRPr>
          </a:p>
        </p:txBody>
      </p:sp>
      <p:sp>
        <p:nvSpPr>
          <p:cNvPr id="549" name="Google Shape;549;p48"/>
          <p:cNvSpPr txBox="1"/>
          <p:nvPr/>
        </p:nvSpPr>
        <p:spPr>
          <a:xfrm>
            <a:off x="5050601" y="2693025"/>
            <a:ext cx="7971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2"/>
                </a:solidFill>
                <a:latin typeface="Fontdiner Swanky"/>
                <a:ea typeface="Fontdiner Swanky"/>
                <a:cs typeface="Fontdiner Swanky"/>
                <a:sym typeface="Fontdiner Swanky"/>
              </a:rPr>
              <a:t>05</a:t>
            </a:r>
            <a:endParaRPr sz="3000">
              <a:solidFill>
                <a:schemeClr val="accent2"/>
              </a:solidFill>
              <a:latin typeface="Fontdiner Swanky"/>
              <a:ea typeface="Fontdiner Swanky"/>
              <a:cs typeface="Fontdiner Swanky"/>
              <a:sym typeface="Fontdiner Swanky"/>
            </a:endParaRPr>
          </a:p>
        </p:txBody>
      </p:sp>
      <p:sp>
        <p:nvSpPr>
          <p:cNvPr id="550" name="Google Shape;550;p48"/>
          <p:cNvSpPr txBox="1"/>
          <p:nvPr/>
        </p:nvSpPr>
        <p:spPr>
          <a:xfrm>
            <a:off x="5050601" y="3855413"/>
            <a:ext cx="7971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2"/>
                </a:solidFill>
                <a:latin typeface="Fontdiner Swanky"/>
                <a:ea typeface="Fontdiner Swanky"/>
                <a:cs typeface="Fontdiner Swanky"/>
                <a:sym typeface="Fontdiner Swanky"/>
              </a:rPr>
              <a:t>06</a:t>
            </a:r>
            <a:endParaRPr sz="3000">
              <a:solidFill>
                <a:schemeClr val="accent2"/>
              </a:solidFill>
              <a:latin typeface="Fontdiner Swanky"/>
              <a:ea typeface="Fontdiner Swanky"/>
              <a:cs typeface="Fontdiner Swanky"/>
              <a:sym typeface="Fontdiner Swanky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59754C6-37D6-8F65-57F9-A173011F478B}"/>
              </a:ext>
            </a:extLst>
          </p:cNvPr>
          <p:cNvSpPr txBox="1"/>
          <p:nvPr/>
        </p:nvSpPr>
        <p:spPr>
          <a:xfrm>
            <a:off x="2314329" y="2757245"/>
            <a:ext cx="1677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i="0" dirty="0">
                <a:solidFill>
                  <a:schemeClr val="accent1"/>
                </a:solidFill>
                <a:effectLst/>
                <a:latin typeface="Baskerville Old Face" panose="02020602080505020303" pitchFamily="18" charset="0"/>
                <a:cs typeface="Aharoni" panose="02010803020104030203" pitchFamily="2" charset="-79"/>
              </a:rPr>
              <a:t>Raízes Celtas e o Festival Samhain</a:t>
            </a:r>
            <a:endParaRPr lang="pt-BR" dirty="0">
              <a:solidFill>
                <a:schemeClr val="accent1"/>
              </a:solidFill>
              <a:latin typeface="Baskerville Old Face" panose="02020602080505020303" pitchFamily="18" charset="0"/>
              <a:cs typeface="Aharoni" panose="02010803020104030203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>
            <a:spLocks noGrp="1"/>
          </p:cNvSpPr>
          <p:nvPr>
            <p:ph type="subTitle" idx="1"/>
          </p:nvPr>
        </p:nvSpPr>
        <p:spPr>
          <a:xfrm flipH="1">
            <a:off x="273887" y="2188751"/>
            <a:ext cx="4592610" cy="13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Definição do Halloween, também </a:t>
            </a:r>
            <a:r>
              <a:rPr lang="pt-BR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conhecido</a:t>
            </a: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como Dia das Bruxas no Brasil.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Data de comemoração em 31 de outubro.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Origem da palavra Halloween: "All </a:t>
            </a:r>
            <a:r>
              <a:rPr lang="pt-BR" sz="1600" b="0" i="0" dirty="0" err="1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Hallows</a:t>
            </a: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Eve"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37"/>
          <p:cNvSpPr txBox="1">
            <a:spLocks noGrp="1"/>
          </p:cNvSpPr>
          <p:nvPr>
            <p:ph type="title"/>
          </p:nvPr>
        </p:nvSpPr>
        <p:spPr>
          <a:xfrm flipH="1">
            <a:off x="273887" y="853859"/>
            <a:ext cx="4454567" cy="13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dirty="0">
                <a:effectLst/>
                <a:latin typeface="Fontdiner Swanky" panose="020B0604020202020204" charset="0"/>
              </a:rPr>
              <a:t>Introdução ao Halloween</a:t>
            </a:r>
            <a:endParaRPr sz="2800" dirty="0">
              <a:latin typeface="Fontdiner Swanky" panose="020B0604020202020204" charset="0"/>
            </a:endParaRPr>
          </a:p>
        </p:txBody>
      </p:sp>
      <p:pic>
        <p:nvPicPr>
          <p:cNvPr id="274" name="Google Shape;274;p3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3768" r="23773"/>
          <a:stretch/>
        </p:blipFill>
        <p:spPr>
          <a:xfrm>
            <a:off x="5096575" y="-50"/>
            <a:ext cx="4047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7"/>
          <p:cNvSpPr/>
          <p:nvPr/>
        </p:nvSpPr>
        <p:spPr>
          <a:xfrm flipH="1">
            <a:off x="4119282" y="3117050"/>
            <a:ext cx="977295" cy="2026470"/>
          </a:xfrm>
          <a:custGeom>
            <a:avLst/>
            <a:gdLst/>
            <a:ahLst/>
            <a:cxnLst/>
            <a:rect l="l" t="t" r="r" b="b"/>
            <a:pathLst>
              <a:path w="100856" h="209130" extrusionOk="0">
                <a:moveTo>
                  <a:pt x="66670" y="209129"/>
                </a:moveTo>
                <a:lnTo>
                  <a:pt x="64681" y="199340"/>
                </a:lnTo>
                <a:cubicBezTo>
                  <a:pt x="65867" y="186740"/>
                  <a:pt x="82290" y="183089"/>
                  <a:pt x="84680" y="182630"/>
                </a:cubicBezTo>
                <a:cubicBezTo>
                  <a:pt x="89689" y="191864"/>
                  <a:pt x="94718" y="200736"/>
                  <a:pt x="99670" y="209129"/>
                </a:cubicBezTo>
                <a:lnTo>
                  <a:pt x="100855" y="209129"/>
                </a:lnTo>
                <a:cubicBezTo>
                  <a:pt x="62349" y="144257"/>
                  <a:pt x="20439" y="48506"/>
                  <a:pt x="0" y="0"/>
                </a:cubicBezTo>
                <a:lnTo>
                  <a:pt x="0" y="2619"/>
                </a:lnTo>
                <a:cubicBezTo>
                  <a:pt x="3078" y="9904"/>
                  <a:pt x="6596" y="18164"/>
                  <a:pt x="10497" y="27169"/>
                </a:cubicBezTo>
                <a:cubicBezTo>
                  <a:pt x="9617" y="28297"/>
                  <a:pt x="5009" y="34186"/>
                  <a:pt x="0" y="40361"/>
                </a:cubicBezTo>
                <a:lnTo>
                  <a:pt x="0" y="41986"/>
                </a:lnTo>
                <a:cubicBezTo>
                  <a:pt x="4837" y="36059"/>
                  <a:pt x="9445" y="30171"/>
                  <a:pt x="10955" y="28240"/>
                </a:cubicBezTo>
                <a:cubicBezTo>
                  <a:pt x="12791" y="32465"/>
                  <a:pt x="14703" y="36843"/>
                  <a:pt x="16691" y="41375"/>
                </a:cubicBezTo>
                <a:cubicBezTo>
                  <a:pt x="15716" y="46174"/>
                  <a:pt x="6711" y="54376"/>
                  <a:pt x="0" y="59940"/>
                </a:cubicBezTo>
                <a:lnTo>
                  <a:pt x="0" y="61278"/>
                </a:lnTo>
                <a:cubicBezTo>
                  <a:pt x="6367" y="56058"/>
                  <a:pt x="15200" y="48143"/>
                  <a:pt x="17303" y="42790"/>
                </a:cubicBezTo>
                <a:cubicBezTo>
                  <a:pt x="18775" y="46097"/>
                  <a:pt x="20267" y="49481"/>
                  <a:pt x="21796" y="52923"/>
                </a:cubicBezTo>
                <a:cubicBezTo>
                  <a:pt x="21567" y="54013"/>
                  <a:pt x="18431" y="68983"/>
                  <a:pt x="13384" y="74796"/>
                </a:cubicBezTo>
                <a:cubicBezTo>
                  <a:pt x="13307" y="74853"/>
                  <a:pt x="13269" y="74910"/>
                  <a:pt x="13212" y="74987"/>
                </a:cubicBezTo>
                <a:cubicBezTo>
                  <a:pt x="12198" y="76115"/>
                  <a:pt x="11108" y="76860"/>
                  <a:pt x="9942" y="77052"/>
                </a:cubicBezTo>
                <a:lnTo>
                  <a:pt x="0" y="70360"/>
                </a:lnTo>
                <a:lnTo>
                  <a:pt x="0" y="71584"/>
                </a:lnTo>
                <a:lnTo>
                  <a:pt x="9407" y="77912"/>
                </a:lnTo>
                <a:cubicBezTo>
                  <a:pt x="10133" y="79901"/>
                  <a:pt x="18144" y="102060"/>
                  <a:pt x="17341" y="108580"/>
                </a:cubicBezTo>
                <a:lnTo>
                  <a:pt x="6501" y="112060"/>
                </a:lnTo>
                <a:lnTo>
                  <a:pt x="0" y="89269"/>
                </a:lnTo>
                <a:lnTo>
                  <a:pt x="0" y="92997"/>
                </a:lnTo>
                <a:lnTo>
                  <a:pt x="5526" y="112365"/>
                </a:lnTo>
                <a:lnTo>
                  <a:pt x="0" y="114144"/>
                </a:lnTo>
                <a:lnTo>
                  <a:pt x="0" y="115214"/>
                </a:lnTo>
                <a:lnTo>
                  <a:pt x="6080" y="113264"/>
                </a:lnTo>
                <a:cubicBezTo>
                  <a:pt x="8298" y="114622"/>
                  <a:pt x="30018" y="128120"/>
                  <a:pt x="33899" y="136093"/>
                </a:cubicBezTo>
                <a:lnTo>
                  <a:pt x="30629" y="148253"/>
                </a:lnTo>
                <a:cubicBezTo>
                  <a:pt x="27092" y="143836"/>
                  <a:pt x="9980" y="122747"/>
                  <a:pt x="0" y="116094"/>
                </a:cubicBezTo>
                <a:lnTo>
                  <a:pt x="0" y="117337"/>
                </a:lnTo>
                <a:cubicBezTo>
                  <a:pt x="10420" y="124659"/>
                  <a:pt x="28488" y="147201"/>
                  <a:pt x="30285" y="149476"/>
                </a:cubicBezTo>
                <a:lnTo>
                  <a:pt x="27226" y="160814"/>
                </a:lnTo>
                <a:cubicBezTo>
                  <a:pt x="24033" y="156474"/>
                  <a:pt x="9770" y="137221"/>
                  <a:pt x="0" y="125730"/>
                </a:cubicBezTo>
                <a:lnTo>
                  <a:pt x="0" y="127279"/>
                </a:lnTo>
                <a:cubicBezTo>
                  <a:pt x="8240" y="137106"/>
                  <a:pt x="19808" y="152440"/>
                  <a:pt x="26901" y="162076"/>
                </a:cubicBezTo>
                <a:lnTo>
                  <a:pt x="22274" y="179188"/>
                </a:lnTo>
                <a:cubicBezTo>
                  <a:pt x="18909" y="167315"/>
                  <a:pt x="6807" y="152478"/>
                  <a:pt x="0" y="144792"/>
                </a:cubicBezTo>
                <a:lnTo>
                  <a:pt x="0" y="146379"/>
                </a:lnTo>
                <a:cubicBezTo>
                  <a:pt x="7227" y="154658"/>
                  <a:pt x="19349" y="169877"/>
                  <a:pt x="21739" y="181215"/>
                </a:cubicBezTo>
                <a:lnTo>
                  <a:pt x="16137" y="201979"/>
                </a:lnTo>
                <a:cubicBezTo>
                  <a:pt x="13957" y="196491"/>
                  <a:pt x="6137" y="177066"/>
                  <a:pt x="0" y="164600"/>
                </a:cubicBezTo>
                <a:lnTo>
                  <a:pt x="0" y="166933"/>
                </a:lnTo>
                <a:cubicBezTo>
                  <a:pt x="6654" y="180813"/>
                  <a:pt x="14894" y="201596"/>
                  <a:pt x="15697" y="203623"/>
                </a:cubicBezTo>
                <a:lnTo>
                  <a:pt x="14206" y="209129"/>
                </a:lnTo>
                <a:lnTo>
                  <a:pt x="15257" y="209129"/>
                </a:lnTo>
                <a:lnTo>
                  <a:pt x="16691" y="203872"/>
                </a:lnTo>
                <a:cubicBezTo>
                  <a:pt x="27570" y="192209"/>
                  <a:pt x="58085" y="191310"/>
                  <a:pt x="61985" y="191253"/>
                </a:cubicBezTo>
                <a:lnTo>
                  <a:pt x="65637" y="209129"/>
                </a:lnTo>
                <a:lnTo>
                  <a:pt x="66670" y="209129"/>
                </a:lnTo>
                <a:close/>
                <a:moveTo>
                  <a:pt x="22504" y="54510"/>
                </a:moveTo>
                <a:cubicBezTo>
                  <a:pt x="25066" y="60284"/>
                  <a:pt x="27742" y="66249"/>
                  <a:pt x="30496" y="72310"/>
                </a:cubicBezTo>
                <a:cubicBezTo>
                  <a:pt x="30496" y="72348"/>
                  <a:pt x="30496" y="72387"/>
                  <a:pt x="30496" y="72425"/>
                </a:cubicBezTo>
                <a:cubicBezTo>
                  <a:pt x="30629" y="73075"/>
                  <a:pt x="30706" y="73725"/>
                  <a:pt x="30763" y="74375"/>
                </a:cubicBezTo>
                <a:cubicBezTo>
                  <a:pt x="28526" y="74318"/>
                  <a:pt x="20324" y="74126"/>
                  <a:pt x="14798" y="74604"/>
                </a:cubicBezTo>
                <a:cubicBezTo>
                  <a:pt x="18966" y="69021"/>
                  <a:pt x="21624" y="58410"/>
                  <a:pt x="22504" y="54510"/>
                </a:cubicBezTo>
                <a:close/>
                <a:moveTo>
                  <a:pt x="66975" y="148788"/>
                </a:moveTo>
                <a:cubicBezTo>
                  <a:pt x="68620" y="152058"/>
                  <a:pt x="70283" y="155308"/>
                  <a:pt x="71946" y="158539"/>
                </a:cubicBezTo>
                <a:cubicBezTo>
                  <a:pt x="66211" y="162191"/>
                  <a:pt x="62540" y="176741"/>
                  <a:pt x="61278" y="182630"/>
                </a:cubicBezTo>
                <a:lnTo>
                  <a:pt x="60456" y="178653"/>
                </a:lnTo>
                <a:cubicBezTo>
                  <a:pt x="60456" y="178653"/>
                  <a:pt x="60456" y="178653"/>
                  <a:pt x="60456" y="178653"/>
                </a:cubicBezTo>
                <a:lnTo>
                  <a:pt x="56249" y="157966"/>
                </a:lnTo>
                <a:cubicBezTo>
                  <a:pt x="58257" y="155002"/>
                  <a:pt x="63763" y="148081"/>
                  <a:pt x="66975" y="148788"/>
                </a:cubicBezTo>
                <a:close/>
                <a:moveTo>
                  <a:pt x="55217" y="158004"/>
                </a:moveTo>
                <a:lnTo>
                  <a:pt x="56976" y="166646"/>
                </a:lnTo>
                <a:cubicBezTo>
                  <a:pt x="55198" y="165575"/>
                  <a:pt x="51297" y="163281"/>
                  <a:pt x="46804" y="160948"/>
                </a:cubicBezTo>
                <a:cubicBezTo>
                  <a:pt x="45906" y="155327"/>
                  <a:pt x="43057" y="142402"/>
                  <a:pt x="41872" y="137125"/>
                </a:cubicBezTo>
                <a:cubicBezTo>
                  <a:pt x="46881" y="143760"/>
                  <a:pt x="53458" y="153052"/>
                  <a:pt x="55217" y="158004"/>
                </a:cubicBezTo>
                <a:close/>
                <a:moveTo>
                  <a:pt x="36881" y="128980"/>
                </a:moveTo>
                <a:lnTo>
                  <a:pt x="38640" y="122403"/>
                </a:lnTo>
                <a:cubicBezTo>
                  <a:pt x="44395" y="123302"/>
                  <a:pt x="49864" y="133187"/>
                  <a:pt x="50322" y="134047"/>
                </a:cubicBezTo>
                <a:lnTo>
                  <a:pt x="54337" y="153740"/>
                </a:lnTo>
                <a:cubicBezTo>
                  <a:pt x="49462" y="144792"/>
                  <a:pt x="38411" y="130892"/>
                  <a:pt x="36881" y="128980"/>
                </a:cubicBezTo>
                <a:close/>
                <a:moveTo>
                  <a:pt x="60800" y="136456"/>
                </a:moveTo>
                <a:cubicBezTo>
                  <a:pt x="62674" y="140223"/>
                  <a:pt x="64547" y="143989"/>
                  <a:pt x="66440" y="147717"/>
                </a:cubicBezTo>
                <a:cubicBezTo>
                  <a:pt x="62635" y="147794"/>
                  <a:pt x="57798" y="154027"/>
                  <a:pt x="55963" y="156589"/>
                </a:cubicBezTo>
                <a:lnTo>
                  <a:pt x="51393" y="134181"/>
                </a:lnTo>
                <a:cubicBezTo>
                  <a:pt x="55695" y="132192"/>
                  <a:pt x="60704" y="136380"/>
                  <a:pt x="60762" y="136418"/>
                </a:cubicBezTo>
                <a:cubicBezTo>
                  <a:pt x="60781" y="136437"/>
                  <a:pt x="60781" y="136437"/>
                  <a:pt x="60800" y="136456"/>
                </a:cubicBezTo>
                <a:close/>
                <a:moveTo>
                  <a:pt x="59863" y="134525"/>
                </a:moveTo>
                <a:cubicBezTo>
                  <a:pt x="57913" y="133320"/>
                  <a:pt x="54471" y="131753"/>
                  <a:pt x="51183" y="133148"/>
                </a:cubicBezTo>
                <a:lnTo>
                  <a:pt x="45313" y="104335"/>
                </a:lnTo>
                <a:cubicBezTo>
                  <a:pt x="50036" y="114354"/>
                  <a:pt x="54892" y="124468"/>
                  <a:pt x="59863" y="134525"/>
                </a:cubicBezTo>
                <a:close/>
                <a:moveTo>
                  <a:pt x="49711" y="131007"/>
                </a:moveTo>
                <a:cubicBezTo>
                  <a:pt x="47550" y="127661"/>
                  <a:pt x="43439" y="122212"/>
                  <a:pt x="38908" y="121428"/>
                </a:cubicBezTo>
                <a:lnTo>
                  <a:pt x="43956" y="102767"/>
                </a:lnTo>
                <a:close/>
                <a:moveTo>
                  <a:pt x="38277" y="119860"/>
                </a:moveTo>
                <a:cubicBezTo>
                  <a:pt x="37206" y="116132"/>
                  <a:pt x="34453" y="107911"/>
                  <a:pt x="30247" y="105502"/>
                </a:cubicBezTo>
                <a:lnTo>
                  <a:pt x="43286" y="101314"/>
                </a:lnTo>
                <a:close/>
                <a:moveTo>
                  <a:pt x="29348" y="104718"/>
                </a:moveTo>
                <a:cubicBezTo>
                  <a:pt x="29540" y="102175"/>
                  <a:pt x="29960" y="94737"/>
                  <a:pt x="28794" y="90932"/>
                </a:cubicBezTo>
                <a:lnTo>
                  <a:pt x="42866" y="100378"/>
                </a:lnTo>
                <a:close/>
                <a:moveTo>
                  <a:pt x="42885" y="99173"/>
                </a:moveTo>
                <a:lnTo>
                  <a:pt x="28010" y="89173"/>
                </a:lnTo>
                <a:cubicBezTo>
                  <a:pt x="29023" y="87663"/>
                  <a:pt x="32140" y="82329"/>
                  <a:pt x="31834" y="75254"/>
                </a:cubicBezTo>
                <a:cubicBezTo>
                  <a:pt x="35390" y="83074"/>
                  <a:pt x="39080" y="91066"/>
                  <a:pt x="42885" y="99173"/>
                </a:cubicBezTo>
                <a:close/>
                <a:moveTo>
                  <a:pt x="11051" y="77797"/>
                </a:moveTo>
                <a:cubicBezTo>
                  <a:pt x="12141" y="77319"/>
                  <a:pt x="13116" y="76612"/>
                  <a:pt x="13900" y="75713"/>
                </a:cubicBezTo>
                <a:cubicBezTo>
                  <a:pt x="19368" y="75121"/>
                  <a:pt x="28603" y="75331"/>
                  <a:pt x="30801" y="75388"/>
                </a:cubicBezTo>
                <a:cubicBezTo>
                  <a:pt x="31050" y="82061"/>
                  <a:pt x="28086" y="87185"/>
                  <a:pt x="27150" y="88600"/>
                </a:cubicBezTo>
                <a:close/>
                <a:moveTo>
                  <a:pt x="10841" y="78887"/>
                </a:moveTo>
                <a:lnTo>
                  <a:pt x="27016" y="89728"/>
                </a:lnTo>
                <a:cubicBezTo>
                  <a:pt x="28794" y="90932"/>
                  <a:pt x="28737" y="99613"/>
                  <a:pt x="28297" y="105062"/>
                </a:cubicBezTo>
                <a:lnTo>
                  <a:pt x="18412" y="108236"/>
                </a:lnTo>
                <a:cubicBezTo>
                  <a:pt x="18775" y="101678"/>
                  <a:pt x="12714" y="84126"/>
                  <a:pt x="10841" y="78887"/>
                </a:cubicBezTo>
                <a:close/>
                <a:moveTo>
                  <a:pt x="28775" y="105980"/>
                </a:moveTo>
                <a:cubicBezTo>
                  <a:pt x="34052" y="107452"/>
                  <a:pt x="37417" y="120472"/>
                  <a:pt x="37742" y="121830"/>
                </a:cubicBezTo>
                <a:lnTo>
                  <a:pt x="36193" y="127565"/>
                </a:lnTo>
                <a:cubicBezTo>
                  <a:pt x="32981" y="121371"/>
                  <a:pt x="21815" y="111677"/>
                  <a:pt x="18852" y="109153"/>
                </a:cubicBezTo>
                <a:close/>
                <a:moveTo>
                  <a:pt x="7361" y="112843"/>
                </a:moveTo>
                <a:lnTo>
                  <a:pt x="17705" y="109536"/>
                </a:lnTo>
                <a:cubicBezTo>
                  <a:pt x="19597" y="111123"/>
                  <a:pt x="33555" y="123015"/>
                  <a:pt x="35792" y="129133"/>
                </a:cubicBezTo>
                <a:lnTo>
                  <a:pt x="34281" y="134678"/>
                </a:lnTo>
                <a:cubicBezTo>
                  <a:pt x="29501" y="126896"/>
                  <a:pt x="11720" y="115558"/>
                  <a:pt x="7361" y="112843"/>
                </a:cubicBezTo>
                <a:close/>
                <a:moveTo>
                  <a:pt x="36556" y="130204"/>
                </a:moveTo>
                <a:cubicBezTo>
                  <a:pt x="37302" y="131160"/>
                  <a:pt x="38698" y="132919"/>
                  <a:pt x="40399" y="135156"/>
                </a:cubicBezTo>
                <a:cubicBezTo>
                  <a:pt x="40724" y="136647"/>
                  <a:pt x="44453" y="153109"/>
                  <a:pt x="45676" y="160355"/>
                </a:cubicBezTo>
                <a:cubicBezTo>
                  <a:pt x="40227" y="157583"/>
                  <a:pt x="34128" y="154926"/>
                  <a:pt x="30018" y="154448"/>
                </a:cubicBezTo>
                <a:close/>
                <a:moveTo>
                  <a:pt x="28067" y="161617"/>
                </a:moveTo>
                <a:lnTo>
                  <a:pt x="29750" y="155442"/>
                </a:lnTo>
                <a:cubicBezTo>
                  <a:pt x="37895" y="156302"/>
                  <a:pt x="55313" y="166837"/>
                  <a:pt x="57244" y="168022"/>
                </a:cubicBezTo>
                <a:lnTo>
                  <a:pt x="59232" y="177716"/>
                </a:lnTo>
                <a:cubicBezTo>
                  <a:pt x="54701" y="174963"/>
                  <a:pt x="36308" y="163912"/>
                  <a:pt x="28067" y="161617"/>
                </a:cubicBezTo>
                <a:close/>
                <a:moveTo>
                  <a:pt x="27819" y="162592"/>
                </a:moveTo>
                <a:cubicBezTo>
                  <a:pt x="36461" y="165040"/>
                  <a:pt x="57397" y="177792"/>
                  <a:pt x="59519" y="179093"/>
                </a:cubicBezTo>
                <a:lnTo>
                  <a:pt x="60551" y="184236"/>
                </a:lnTo>
                <a:cubicBezTo>
                  <a:pt x="49194" y="178653"/>
                  <a:pt x="27283" y="180259"/>
                  <a:pt x="22943" y="180641"/>
                </a:cubicBezTo>
                <a:close/>
                <a:moveTo>
                  <a:pt x="17208" y="201940"/>
                </a:moveTo>
                <a:lnTo>
                  <a:pt x="22657" y="181693"/>
                </a:lnTo>
                <a:cubicBezTo>
                  <a:pt x="25830" y="181406"/>
                  <a:pt x="49749" y="179494"/>
                  <a:pt x="60819" y="185517"/>
                </a:cubicBezTo>
                <a:lnTo>
                  <a:pt x="61775" y="190220"/>
                </a:lnTo>
                <a:cubicBezTo>
                  <a:pt x="57110" y="190297"/>
                  <a:pt x="29176" y="191195"/>
                  <a:pt x="17208" y="201940"/>
                </a:cubicBezTo>
                <a:close/>
                <a:moveTo>
                  <a:pt x="61794" y="185173"/>
                </a:moveTo>
                <a:cubicBezTo>
                  <a:pt x="62081" y="183643"/>
                  <a:pt x="65981" y="163663"/>
                  <a:pt x="72405" y="159457"/>
                </a:cubicBezTo>
                <a:cubicBezTo>
                  <a:pt x="76306" y="167009"/>
                  <a:pt x="80244" y="174466"/>
                  <a:pt x="84164" y="181693"/>
                </a:cubicBezTo>
                <a:cubicBezTo>
                  <a:pt x="81028" y="182362"/>
                  <a:pt x="67052" y="185861"/>
                  <a:pt x="64127" y="196644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37"/>
          <p:cNvSpPr/>
          <p:nvPr/>
        </p:nvSpPr>
        <p:spPr>
          <a:xfrm>
            <a:off x="4961405" y="-550076"/>
            <a:ext cx="365250" cy="6296575"/>
          </a:xfrm>
          <a:custGeom>
            <a:avLst/>
            <a:gdLst/>
            <a:ahLst/>
            <a:cxnLst/>
            <a:rect l="l" t="t" r="r" b="b"/>
            <a:pathLst>
              <a:path w="14610" h="251863" extrusionOk="0">
                <a:moveTo>
                  <a:pt x="14555" y="0"/>
                </a:moveTo>
                <a:cubicBezTo>
                  <a:pt x="13730" y="-29"/>
                  <a:pt x="2621" y="24522"/>
                  <a:pt x="1031" y="54433"/>
                </a:cubicBezTo>
                <a:cubicBezTo>
                  <a:pt x="-559" y="84344"/>
                  <a:pt x="5172" y="146563"/>
                  <a:pt x="5013" y="179464"/>
                </a:cubicBezTo>
                <a:cubicBezTo>
                  <a:pt x="4854" y="212365"/>
                  <a:pt x="-713" y="250825"/>
                  <a:pt x="77" y="251841"/>
                </a:cubicBezTo>
                <a:cubicBezTo>
                  <a:pt x="867" y="252857"/>
                  <a:pt x="8771" y="218430"/>
                  <a:pt x="9755" y="185558"/>
                </a:cubicBezTo>
                <a:cubicBezTo>
                  <a:pt x="10739" y="152686"/>
                  <a:pt x="5181" y="85534"/>
                  <a:pt x="5981" y="54608"/>
                </a:cubicBezTo>
                <a:cubicBezTo>
                  <a:pt x="6781" y="23682"/>
                  <a:pt x="15380" y="29"/>
                  <a:pt x="14555" y="0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2946" flipH="1">
            <a:off x="7220083" y="458589"/>
            <a:ext cx="1811083" cy="76916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9"/>
          <p:cNvSpPr/>
          <p:nvPr/>
        </p:nvSpPr>
        <p:spPr>
          <a:xfrm rot="-2218613" flipH="1">
            <a:off x="7623896" y="341861"/>
            <a:ext cx="1055379" cy="822296"/>
          </a:xfrm>
          <a:custGeom>
            <a:avLst/>
            <a:gdLst/>
            <a:ahLst/>
            <a:cxnLst/>
            <a:rect l="l" t="t" r="r" b="b"/>
            <a:pathLst>
              <a:path w="281509" h="219337" extrusionOk="0">
                <a:moveTo>
                  <a:pt x="128587" y="116910"/>
                </a:moveTo>
                <a:cubicBezTo>
                  <a:pt x="139286" y="88792"/>
                  <a:pt x="158858" y="111300"/>
                  <a:pt x="158858" y="111300"/>
                </a:cubicBezTo>
                <a:cubicBezTo>
                  <a:pt x="164338" y="91337"/>
                  <a:pt x="180257" y="106864"/>
                  <a:pt x="180257" y="106864"/>
                </a:cubicBezTo>
                <a:cubicBezTo>
                  <a:pt x="180192" y="95120"/>
                  <a:pt x="192391" y="99752"/>
                  <a:pt x="192391" y="99752"/>
                </a:cubicBezTo>
                <a:cubicBezTo>
                  <a:pt x="189651" y="95838"/>
                  <a:pt x="190043" y="91597"/>
                  <a:pt x="190630" y="88335"/>
                </a:cubicBezTo>
                <a:cubicBezTo>
                  <a:pt x="193435" y="90619"/>
                  <a:pt x="199502" y="91402"/>
                  <a:pt x="203743" y="88923"/>
                </a:cubicBezTo>
                <a:cubicBezTo>
                  <a:pt x="207918" y="86444"/>
                  <a:pt x="210202" y="80768"/>
                  <a:pt x="209549" y="77179"/>
                </a:cubicBezTo>
                <a:cubicBezTo>
                  <a:pt x="212746" y="78223"/>
                  <a:pt x="216595" y="79985"/>
                  <a:pt x="218683" y="84291"/>
                </a:cubicBezTo>
                <a:cubicBezTo>
                  <a:pt x="218683" y="84291"/>
                  <a:pt x="220575" y="71373"/>
                  <a:pt x="230817" y="77114"/>
                </a:cubicBezTo>
                <a:cubicBezTo>
                  <a:pt x="230817" y="77114"/>
                  <a:pt x="224946" y="55650"/>
                  <a:pt x="245105" y="60543"/>
                </a:cubicBezTo>
                <a:cubicBezTo>
                  <a:pt x="245105" y="60543"/>
                  <a:pt x="234928" y="32490"/>
                  <a:pt x="264677" y="36796"/>
                </a:cubicBezTo>
                <a:cubicBezTo>
                  <a:pt x="264677" y="36796"/>
                  <a:pt x="252477" y="19899"/>
                  <a:pt x="281509" y="14615"/>
                </a:cubicBezTo>
                <a:cubicBezTo>
                  <a:pt x="281509" y="14615"/>
                  <a:pt x="253912" y="1"/>
                  <a:pt x="207266" y="40189"/>
                </a:cubicBezTo>
                <a:cubicBezTo>
                  <a:pt x="208571" y="47952"/>
                  <a:pt x="206679" y="55911"/>
                  <a:pt x="202047" y="62240"/>
                </a:cubicBezTo>
                <a:cubicBezTo>
                  <a:pt x="201786" y="61652"/>
                  <a:pt x="201460" y="61065"/>
                  <a:pt x="201068" y="60543"/>
                </a:cubicBezTo>
                <a:cubicBezTo>
                  <a:pt x="200351" y="59695"/>
                  <a:pt x="200155" y="58521"/>
                  <a:pt x="200481" y="57477"/>
                </a:cubicBezTo>
                <a:cubicBezTo>
                  <a:pt x="196958" y="59173"/>
                  <a:pt x="196567" y="62762"/>
                  <a:pt x="196567" y="64523"/>
                </a:cubicBezTo>
                <a:cubicBezTo>
                  <a:pt x="192326" y="65241"/>
                  <a:pt x="188542" y="67459"/>
                  <a:pt x="185933" y="70786"/>
                </a:cubicBezTo>
                <a:cubicBezTo>
                  <a:pt x="184367" y="69938"/>
                  <a:pt x="181040" y="68568"/>
                  <a:pt x="177843" y="70786"/>
                </a:cubicBezTo>
                <a:cubicBezTo>
                  <a:pt x="178887" y="70982"/>
                  <a:pt x="179800" y="71765"/>
                  <a:pt x="180192" y="72808"/>
                </a:cubicBezTo>
                <a:cubicBezTo>
                  <a:pt x="180518" y="73396"/>
                  <a:pt x="180844" y="73983"/>
                  <a:pt x="181235" y="74505"/>
                </a:cubicBezTo>
                <a:cubicBezTo>
                  <a:pt x="173407" y="75483"/>
                  <a:pt x="165578" y="73265"/>
                  <a:pt x="159445" y="68307"/>
                </a:cubicBezTo>
                <a:cubicBezTo>
                  <a:pt x="101708" y="89640"/>
                  <a:pt x="100991" y="120890"/>
                  <a:pt x="100991" y="120890"/>
                </a:cubicBezTo>
                <a:cubicBezTo>
                  <a:pt x="119780" y="98056"/>
                  <a:pt x="128587" y="116910"/>
                  <a:pt x="128587" y="116910"/>
                </a:cubicBezTo>
                <a:close/>
                <a:moveTo>
                  <a:pt x="18985" y="196177"/>
                </a:moveTo>
                <a:cubicBezTo>
                  <a:pt x="38687" y="183781"/>
                  <a:pt x="40318" y="206876"/>
                  <a:pt x="40318" y="206876"/>
                </a:cubicBezTo>
                <a:cubicBezTo>
                  <a:pt x="53040" y="197025"/>
                  <a:pt x="55649" y="214183"/>
                  <a:pt x="55649" y="214183"/>
                </a:cubicBezTo>
                <a:cubicBezTo>
                  <a:pt x="61129" y="206811"/>
                  <a:pt x="66544" y="215422"/>
                  <a:pt x="66544" y="215422"/>
                </a:cubicBezTo>
                <a:cubicBezTo>
                  <a:pt x="66675" y="211704"/>
                  <a:pt x="68828" y="209225"/>
                  <a:pt x="70785" y="207463"/>
                </a:cubicBezTo>
                <a:cubicBezTo>
                  <a:pt x="71437" y="210269"/>
                  <a:pt x="74830" y="213531"/>
                  <a:pt x="78614" y="213987"/>
                </a:cubicBezTo>
                <a:cubicBezTo>
                  <a:pt x="82332" y="214379"/>
                  <a:pt x="86442" y="211965"/>
                  <a:pt x="87682" y="209420"/>
                </a:cubicBezTo>
                <a:cubicBezTo>
                  <a:pt x="89182" y="211573"/>
                  <a:pt x="90748" y="214444"/>
                  <a:pt x="90031" y="218097"/>
                </a:cubicBezTo>
                <a:cubicBezTo>
                  <a:pt x="90031" y="218097"/>
                  <a:pt x="97272" y="210986"/>
                  <a:pt x="100860" y="219337"/>
                </a:cubicBezTo>
                <a:cubicBezTo>
                  <a:pt x="100860" y="219337"/>
                  <a:pt x="107319" y="203288"/>
                  <a:pt x="117496" y="215749"/>
                </a:cubicBezTo>
                <a:cubicBezTo>
                  <a:pt x="117496" y="215749"/>
                  <a:pt x="124281" y="193632"/>
                  <a:pt x="140722" y="210203"/>
                </a:cubicBezTo>
                <a:cubicBezTo>
                  <a:pt x="140722" y="210203"/>
                  <a:pt x="141048" y="194024"/>
                  <a:pt x="161533" y="204332"/>
                </a:cubicBezTo>
                <a:cubicBezTo>
                  <a:pt x="161533" y="204332"/>
                  <a:pt x="151225" y="182346"/>
                  <a:pt x="103535" y="185412"/>
                </a:cubicBezTo>
                <a:cubicBezTo>
                  <a:pt x="100730" y="190827"/>
                  <a:pt x="95902" y="194872"/>
                  <a:pt x="90031" y="196633"/>
                </a:cubicBezTo>
                <a:cubicBezTo>
                  <a:pt x="90161" y="196177"/>
                  <a:pt x="90226" y="195655"/>
                  <a:pt x="90226" y="195133"/>
                </a:cubicBezTo>
                <a:cubicBezTo>
                  <a:pt x="90161" y="194285"/>
                  <a:pt x="90552" y="193437"/>
                  <a:pt x="91270" y="192980"/>
                </a:cubicBezTo>
                <a:cubicBezTo>
                  <a:pt x="89052" y="192589"/>
                  <a:pt x="86769" y="193632"/>
                  <a:pt x="85529" y="195524"/>
                </a:cubicBezTo>
                <a:cubicBezTo>
                  <a:pt x="82593" y="193959"/>
                  <a:pt x="79201" y="193567"/>
                  <a:pt x="76004" y="194415"/>
                </a:cubicBezTo>
                <a:cubicBezTo>
                  <a:pt x="75482" y="193176"/>
                  <a:pt x="74047" y="190762"/>
                  <a:pt x="70981" y="190631"/>
                </a:cubicBezTo>
                <a:cubicBezTo>
                  <a:pt x="71568" y="191284"/>
                  <a:pt x="71763" y="192197"/>
                  <a:pt x="71568" y="192980"/>
                </a:cubicBezTo>
                <a:cubicBezTo>
                  <a:pt x="71437" y="193502"/>
                  <a:pt x="71372" y="194024"/>
                  <a:pt x="71372" y="194546"/>
                </a:cubicBezTo>
                <a:cubicBezTo>
                  <a:pt x="66088" y="191479"/>
                  <a:pt x="62239" y="186391"/>
                  <a:pt x="60738" y="180519"/>
                </a:cubicBezTo>
                <a:cubicBezTo>
                  <a:pt x="15005" y="166688"/>
                  <a:pt x="0" y="185738"/>
                  <a:pt x="0" y="185738"/>
                </a:cubicBezTo>
                <a:cubicBezTo>
                  <a:pt x="22312" y="180324"/>
                  <a:pt x="18985" y="196177"/>
                  <a:pt x="18985" y="196177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9"/>
          <p:cNvSpPr/>
          <p:nvPr/>
        </p:nvSpPr>
        <p:spPr>
          <a:xfrm rot="5400000" flipH="1">
            <a:off x="3637764" y="380926"/>
            <a:ext cx="2137462" cy="1464022"/>
          </a:xfrm>
          <a:custGeom>
            <a:avLst/>
            <a:gdLst/>
            <a:ahLst/>
            <a:cxnLst/>
            <a:rect l="l" t="t" r="r" b="b"/>
            <a:pathLst>
              <a:path w="285090" h="195268" extrusionOk="0">
                <a:moveTo>
                  <a:pt x="285089" y="0"/>
                </a:moveTo>
                <a:lnTo>
                  <a:pt x="285089" y="1156"/>
                </a:lnTo>
                <a:cubicBezTo>
                  <a:pt x="277678" y="6627"/>
                  <a:pt x="268224" y="13604"/>
                  <a:pt x="257200" y="21655"/>
                </a:cubicBezTo>
                <a:lnTo>
                  <a:pt x="243781" y="97087"/>
                </a:lnTo>
                <a:cubicBezTo>
                  <a:pt x="254330" y="102227"/>
                  <a:pt x="268595" y="95683"/>
                  <a:pt x="269916" y="95064"/>
                </a:cubicBezTo>
                <a:lnTo>
                  <a:pt x="285089" y="72789"/>
                </a:lnTo>
                <a:lnTo>
                  <a:pt x="285089" y="74420"/>
                </a:lnTo>
                <a:lnTo>
                  <a:pt x="270742" y="95456"/>
                </a:lnTo>
                <a:cubicBezTo>
                  <a:pt x="273612" y="101897"/>
                  <a:pt x="279227" y="110691"/>
                  <a:pt x="285089" y="119176"/>
                </a:cubicBezTo>
                <a:lnTo>
                  <a:pt x="285089" y="120786"/>
                </a:lnTo>
                <a:cubicBezTo>
                  <a:pt x="279082" y="112157"/>
                  <a:pt x="273219" y="103053"/>
                  <a:pt x="270143" y="96344"/>
                </a:cubicBezTo>
                <a:lnTo>
                  <a:pt x="255218" y="118267"/>
                </a:lnTo>
                <a:cubicBezTo>
                  <a:pt x="263083" y="123985"/>
                  <a:pt x="276357" y="125492"/>
                  <a:pt x="277761" y="125637"/>
                </a:cubicBezTo>
                <a:lnTo>
                  <a:pt x="285089" y="121921"/>
                </a:lnTo>
                <a:lnTo>
                  <a:pt x="285089" y="122953"/>
                </a:lnTo>
                <a:lnTo>
                  <a:pt x="278194" y="126463"/>
                </a:lnTo>
                <a:cubicBezTo>
                  <a:pt x="271547" y="138601"/>
                  <a:pt x="279536" y="164612"/>
                  <a:pt x="280300" y="167048"/>
                </a:cubicBezTo>
                <a:lnTo>
                  <a:pt x="285089" y="169030"/>
                </a:lnTo>
                <a:lnTo>
                  <a:pt x="285089" y="170041"/>
                </a:lnTo>
                <a:lnTo>
                  <a:pt x="280011" y="167915"/>
                </a:lnTo>
                <a:cubicBezTo>
                  <a:pt x="273901" y="172477"/>
                  <a:pt x="259883" y="188497"/>
                  <a:pt x="258005" y="190664"/>
                </a:cubicBezTo>
                <a:lnTo>
                  <a:pt x="260544" y="195268"/>
                </a:lnTo>
                <a:lnTo>
                  <a:pt x="259491" y="195268"/>
                </a:lnTo>
                <a:lnTo>
                  <a:pt x="257076" y="190891"/>
                </a:lnTo>
                <a:cubicBezTo>
                  <a:pt x="253752" y="187609"/>
                  <a:pt x="248571" y="184554"/>
                  <a:pt x="242687" y="181849"/>
                </a:cubicBezTo>
                <a:cubicBezTo>
                  <a:pt x="235751" y="181788"/>
                  <a:pt x="209389" y="186370"/>
                  <a:pt x="200698" y="187919"/>
                </a:cubicBezTo>
                <a:cubicBezTo>
                  <a:pt x="211990" y="189673"/>
                  <a:pt x="224541" y="192130"/>
                  <a:pt x="233377" y="195268"/>
                </a:cubicBezTo>
                <a:lnTo>
                  <a:pt x="230446" y="195268"/>
                </a:lnTo>
                <a:cubicBezTo>
                  <a:pt x="210772" y="189095"/>
                  <a:pt x="176648" y="185730"/>
                  <a:pt x="174150" y="185483"/>
                </a:cubicBezTo>
                <a:lnTo>
                  <a:pt x="158131" y="195268"/>
                </a:lnTo>
                <a:lnTo>
                  <a:pt x="156355" y="195268"/>
                </a:lnTo>
                <a:lnTo>
                  <a:pt x="173531" y="184781"/>
                </a:lnTo>
                <a:cubicBezTo>
                  <a:pt x="173345" y="183356"/>
                  <a:pt x="172664" y="181664"/>
                  <a:pt x="171652" y="179785"/>
                </a:cubicBezTo>
                <a:lnTo>
                  <a:pt x="171652" y="179785"/>
                </a:lnTo>
                <a:lnTo>
                  <a:pt x="171652" y="179785"/>
                </a:lnTo>
                <a:cubicBezTo>
                  <a:pt x="165748" y="168947"/>
                  <a:pt x="148490" y="152536"/>
                  <a:pt x="146818" y="150967"/>
                </a:cubicBezTo>
                <a:lnTo>
                  <a:pt x="132863" y="151318"/>
                </a:lnTo>
                <a:cubicBezTo>
                  <a:pt x="135485" y="155611"/>
                  <a:pt x="149047" y="178381"/>
                  <a:pt x="153321" y="195268"/>
                </a:cubicBezTo>
                <a:lnTo>
                  <a:pt x="152350" y="195268"/>
                </a:lnTo>
                <a:cubicBezTo>
                  <a:pt x="147829" y="177907"/>
                  <a:pt x="133358" y="153898"/>
                  <a:pt x="131810" y="151338"/>
                </a:cubicBezTo>
                <a:lnTo>
                  <a:pt x="98161" y="152185"/>
                </a:lnTo>
                <a:cubicBezTo>
                  <a:pt x="100659" y="155900"/>
                  <a:pt x="112859" y="174211"/>
                  <a:pt x="124481" y="195268"/>
                </a:cubicBezTo>
                <a:lnTo>
                  <a:pt x="123429" y="195268"/>
                </a:lnTo>
                <a:cubicBezTo>
                  <a:pt x="111228" y="173241"/>
                  <a:pt x="98491" y="154311"/>
                  <a:pt x="97067" y="152226"/>
                </a:cubicBezTo>
                <a:lnTo>
                  <a:pt x="70168" y="152907"/>
                </a:lnTo>
                <a:cubicBezTo>
                  <a:pt x="44941" y="169505"/>
                  <a:pt x="21387" y="184244"/>
                  <a:pt x="1879" y="195268"/>
                </a:cubicBezTo>
                <a:lnTo>
                  <a:pt x="0" y="195268"/>
                </a:lnTo>
                <a:cubicBezTo>
                  <a:pt x="80861" y="149914"/>
                  <a:pt x="233831" y="37943"/>
                  <a:pt x="285089" y="0"/>
                </a:cubicBezTo>
                <a:close/>
                <a:moveTo>
                  <a:pt x="256126" y="22440"/>
                </a:moveTo>
                <a:cubicBezTo>
                  <a:pt x="241634" y="33071"/>
                  <a:pt x="224521" y="45499"/>
                  <a:pt x="205900" y="58876"/>
                </a:cubicBezTo>
                <a:cubicBezTo>
                  <a:pt x="219690" y="73698"/>
                  <a:pt x="241552" y="82801"/>
                  <a:pt x="245144" y="84226"/>
                </a:cubicBezTo>
                <a:close/>
                <a:moveTo>
                  <a:pt x="244979" y="85155"/>
                </a:moveTo>
                <a:cubicBezTo>
                  <a:pt x="241882" y="83937"/>
                  <a:pt x="219277" y="74668"/>
                  <a:pt x="205157" y="59412"/>
                </a:cubicBezTo>
                <a:cubicBezTo>
                  <a:pt x="200760" y="62571"/>
                  <a:pt x="196280" y="65771"/>
                  <a:pt x="191718" y="69032"/>
                </a:cubicBezTo>
                <a:lnTo>
                  <a:pt x="202288" y="88478"/>
                </a:lnTo>
                <a:cubicBezTo>
                  <a:pt x="211887" y="93990"/>
                  <a:pt x="241139" y="89015"/>
                  <a:pt x="244401" y="88437"/>
                </a:cubicBezTo>
                <a:close/>
                <a:moveTo>
                  <a:pt x="244215" y="89387"/>
                </a:moveTo>
                <a:cubicBezTo>
                  <a:pt x="239673" y="90213"/>
                  <a:pt x="213704" y="94506"/>
                  <a:pt x="203051" y="89903"/>
                </a:cubicBezTo>
                <a:lnTo>
                  <a:pt x="207490" y="98098"/>
                </a:lnTo>
                <a:cubicBezTo>
                  <a:pt x="216903" y="106955"/>
                  <a:pt x="236763" y="112136"/>
                  <a:pt x="240045" y="112921"/>
                </a:cubicBezTo>
                <a:close/>
                <a:moveTo>
                  <a:pt x="259842" y="135794"/>
                </a:moveTo>
                <a:lnTo>
                  <a:pt x="248529" y="141533"/>
                </a:lnTo>
                <a:cubicBezTo>
                  <a:pt x="247043" y="145620"/>
                  <a:pt x="250449" y="153588"/>
                  <a:pt x="250986" y="154806"/>
                </a:cubicBezTo>
                <a:lnTo>
                  <a:pt x="267563" y="161722"/>
                </a:lnTo>
                <a:cubicBezTo>
                  <a:pt x="265437" y="157573"/>
                  <a:pt x="258542" y="143349"/>
                  <a:pt x="259842" y="135794"/>
                </a:cubicBezTo>
                <a:close/>
                <a:moveTo>
                  <a:pt x="222044" y="155178"/>
                </a:moveTo>
                <a:lnTo>
                  <a:pt x="232510" y="148799"/>
                </a:lnTo>
                <a:lnTo>
                  <a:pt x="219608" y="149129"/>
                </a:lnTo>
                <a:cubicBezTo>
                  <a:pt x="220784" y="150182"/>
                  <a:pt x="222436" y="152226"/>
                  <a:pt x="222044" y="155178"/>
                </a:cubicBezTo>
                <a:close/>
                <a:moveTo>
                  <a:pt x="247415" y="142090"/>
                </a:moveTo>
                <a:lnTo>
                  <a:pt x="235317" y="148262"/>
                </a:lnTo>
                <a:lnTo>
                  <a:pt x="249768" y="154290"/>
                </a:lnTo>
                <a:cubicBezTo>
                  <a:pt x="248777" y="151896"/>
                  <a:pt x="246610" y="146012"/>
                  <a:pt x="247415" y="142090"/>
                </a:cubicBezTo>
                <a:close/>
                <a:moveTo>
                  <a:pt x="235441" y="138746"/>
                </a:moveTo>
                <a:cubicBezTo>
                  <a:pt x="234223" y="139117"/>
                  <a:pt x="231787" y="139448"/>
                  <a:pt x="229042" y="137817"/>
                </a:cubicBezTo>
                <a:lnTo>
                  <a:pt x="233996" y="146921"/>
                </a:lnTo>
                <a:close/>
                <a:moveTo>
                  <a:pt x="235049" y="146260"/>
                </a:moveTo>
                <a:lnTo>
                  <a:pt x="240933" y="137590"/>
                </a:lnTo>
                <a:cubicBezTo>
                  <a:pt x="240189" y="136908"/>
                  <a:pt x="238311" y="135030"/>
                  <a:pt x="237382" y="133089"/>
                </a:cubicBezTo>
                <a:close/>
                <a:moveTo>
                  <a:pt x="227721" y="137301"/>
                </a:moveTo>
                <a:cubicBezTo>
                  <a:pt x="226833" y="139448"/>
                  <a:pt x="224273" y="144753"/>
                  <a:pt x="219773" y="148200"/>
                </a:cubicBezTo>
                <a:lnTo>
                  <a:pt x="233439" y="147849"/>
                </a:lnTo>
                <a:close/>
                <a:moveTo>
                  <a:pt x="228010" y="135917"/>
                </a:moveTo>
                <a:cubicBezTo>
                  <a:pt x="231560" y="139035"/>
                  <a:pt x="234801" y="138044"/>
                  <a:pt x="235627" y="137713"/>
                </a:cubicBezTo>
                <a:lnTo>
                  <a:pt x="236763" y="131355"/>
                </a:lnTo>
                <a:cubicBezTo>
                  <a:pt x="235049" y="131768"/>
                  <a:pt x="230590" y="132181"/>
                  <a:pt x="223778" y="128114"/>
                </a:cubicBezTo>
                <a:close/>
                <a:moveTo>
                  <a:pt x="236948" y="130344"/>
                </a:moveTo>
                <a:lnTo>
                  <a:pt x="238208" y="123222"/>
                </a:lnTo>
                <a:cubicBezTo>
                  <a:pt x="235627" y="123057"/>
                  <a:pt x="224335" y="121962"/>
                  <a:pt x="217192" y="115976"/>
                </a:cubicBezTo>
                <a:lnTo>
                  <a:pt x="222890" y="126463"/>
                </a:lnTo>
                <a:cubicBezTo>
                  <a:pt x="230941" y="131768"/>
                  <a:pt x="235895" y="130674"/>
                  <a:pt x="236948" y="130344"/>
                </a:cubicBezTo>
                <a:close/>
                <a:moveTo>
                  <a:pt x="237795" y="130757"/>
                </a:moveTo>
                <a:lnTo>
                  <a:pt x="237795" y="130757"/>
                </a:lnTo>
                <a:cubicBezTo>
                  <a:pt x="237464" y="132615"/>
                  <a:pt x="240045" y="135484"/>
                  <a:pt x="241469" y="136826"/>
                </a:cubicBezTo>
                <a:lnTo>
                  <a:pt x="248880" y="125926"/>
                </a:lnTo>
                <a:cubicBezTo>
                  <a:pt x="246816" y="126194"/>
                  <a:pt x="242316" y="126401"/>
                  <a:pt x="239054" y="123696"/>
                </a:cubicBezTo>
                <a:close/>
                <a:moveTo>
                  <a:pt x="241407" y="138560"/>
                </a:moveTo>
                <a:lnTo>
                  <a:pt x="235606" y="147065"/>
                </a:lnTo>
                <a:lnTo>
                  <a:pt x="246733" y="141409"/>
                </a:lnTo>
                <a:cubicBezTo>
                  <a:pt x="245041" y="141058"/>
                  <a:pt x="242336" y="140211"/>
                  <a:pt x="241407" y="138560"/>
                </a:cubicBezTo>
                <a:close/>
                <a:moveTo>
                  <a:pt x="235256" y="149233"/>
                </a:moveTo>
                <a:lnTo>
                  <a:pt x="243802" y="164798"/>
                </a:lnTo>
                <a:cubicBezTo>
                  <a:pt x="244566" y="162527"/>
                  <a:pt x="246589" y="157180"/>
                  <a:pt x="249582" y="155219"/>
                </a:cubicBezTo>
                <a:close/>
                <a:moveTo>
                  <a:pt x="234038" y="148944"/>
                </a:moveTo>
                <a:lnTo>
                  <a:pt x="222766" y="155818"/>
                </a:lnTo>
                <a:cubicBezTo>
                  <a:pt x="226172" y="156272"/>
                  <a:pt x="235359" y="157965"/>
                  <a:pt x="242109" y="163621"/>
                </a:cubicBezTo>
                <a:close/>
                <a:moveTo>
                  <a:pt x="227143" y="136248"/>
                </a:moveTo>
                <a:lnTo>
                  <a:pt x="222622" y="127928"/>
                </a:lnTo>
                <a:cubicBezTo>
                  <a:pt x="221300" y="131335"/>
                  <a:pt x="215974" y="142709"/>
                  <a:pt x="202411" y="148634"/>
                </a:cubicBezTo>
                <a:lnTo>
                  <a:pt x="218121" y="148242"/>
                </a:lnTo>
                <a:cubicBezTo>
                  <a:pt x="223778" y="144629"/>
                  <a:pt x="226688" y="137445"/>
                  <a:pt x="227143" y="136248"/>
                </a:cubicBezTo>
                <a:close/>
                <a:moveTo>
                  <a:pt x="222044" y="126834"/>
                </a:moveTo>
                <a:lnTo>
                  <a:pt x="215334" y="114469"/>
                </a:lnTo>
                <a:cubicBezTo>
                  <a:pt x="212878" y="119196"/>
                  <a:pt x="199707" y="143205"/>
                  <a:pt x="183770" y="149109"/>
                </a:cubicBezTo>
                <a:lnTo>
                  <a:pt x="199769" y="148696"/>
                </a:lnTo>
                <a:cubicBezTo>
                  <a:pt x="216222" y="142709"/>
                  <a:pt x="221466" y="128568"/>
                  <a:pt x="222044" y="126834"/>
                </a:cubicBezTo>
                <a:close/>
                <a:moveTo>
                  <a:pt x="215706" y="113230"/>
                </a:moveTo>
                <a:cubicBezTo>
                  <a:pt x="222209" y="120827"/>
                  <a:pt x="235875" y="122148"/>
                  <a:pt x="238373" y="122313"/>
                </a:cubicBezTo>
                <a:lnTo>
                  <a:pt x="239880" y="113829"/>
                </a:lnTo>
                <a:cubicBezTo>
                  <a:pt x="236907" y="113106"/>
                  <a:pt x="218885" y="108461"/>
                  <a:pt x="208728" y="100369"/>
                </a:cubicBezTo>
                <a:close/>
                <a:moveTo>
                  <a:pt x="239240" y="122623"/>
                </a:moveTo>
                <a:cubicBezTo>
                  <a:pt x="242790" y="126009"/>
                  <a:pt x="248591" y="125080"/>
                  <a:pt x="249603" y="124873"/>
                </a:cubicBezTo>
                <a:lnTo>
                  <a:pt x="253732" y="118825"/>
                </a:lnTo>
                <a:cubicBezTo>
                  <a:pt x="251089" y="118742"/>
                  <a:pt x="243224" y="118226"/>
                  <a:pt x="240623" y="114861"/>
                </a:cubicBezTo>
                <a:close/>
                <a:moveTo>
                  <a:pt x="242027" y="137631"/>
                </a:moveTo>
                <a:cubicBezTo>
                  <a:pt x="242419" y="139551"/>
                  <a:pt x="246382" y="140500"/>
                  <a:pt x="248075" y="140727"/>
                </a:cubicBezTo>
                <a:lnTo>
                  <a:pt x="259429" y="134968"/>
                </a:lnTo>
                <a:cubicBezTo>
                  <a:pt x="257592" y="134080"/>
                  <a:pt x="253422" y="131624"/>
                  <a:pt x="249871" y="126132"/>
                </a:cubicBezTo>
                <a:close/>
                <a:moveTo>
                  <a:pt x="250656" y="155673"/>
                </a:moveTo>
                <a:cubicBezTo>
                  <a:pt x="247167" y="157242"/>
                  <a:pt x="244772" y="164715"/>
                  <a:pt x="244421" y="165913"/>
                </a:cubicBezTo>
                <a:lnTo>
                  <a:pt x="250697" y="177370"/>
                </a:lnTo>
                <a:cubicBezTo>
                  <a:pt x="252555" y="174955"/>
                  <a:pt x="260069" y="165644"/>
                  <a:pt x="267315" y="162610"/>
                </a:cubicBezTo>
                <a:close/>
                <a:moveTo>
                  <a:pt x="243554" y="166243"/>
                </a:moveTo>
                <a:cubicBezTo>
                  <a:pt x="235937" y="158109"/>
                  <a:pt x="222931" y="156726"/>
                  <a:pt x="221486" y="156602"/>
                </a:cubicBezTo>
                <a:lnTo>
                  <a:pt x="216965" y="159369"/>
                </a:lnTo>
                <a:cubicBezTo>
                  <a:pt x="221342" y="161020"/>
                  <a:pt x="240231" y="168369"/>
                  <a:pt x="248715" y="175656"/>
                </a:cubicBezTo>
                <a:close/>
                <a:moveTo>
                  <a:pt x="220970" y="155839"/>
                </a:moveTo>
                <a:cubicBezTo>
                  <a:pt x="222023" y="151792"/>
                  <a:pt x="218761" y="149542"/>
                  <a:pt x="218142" y="149171"/>
                </a:cubicBezTo>
                <a:lnTo>
                  <a:pt x="202535" y="149563"/>
                </a:lnTo>
                <a:cubicBezTo>
                  <a:pt x="206602" y="150987"/>
                  <a:pt x="214178" y="154228"/>
                  <a:pt x="216139" y="158791"/>
                </a:cubicBezTo>
                <a:close/>
                <a:moveTo>
                  <a:pt x="199790" y="149625"/>
                </a:moveTo>
                <a:lnTo>
                  <a:pt x="182160" y="150079"/>
                </a:lnTo>
                <a:cubicBezTo>
                  <a:pt x="187176" y="152453"/>
                  <a:pt x="200677" y="159534"/>
                  <a:pt x="201978" y="167440"/>
                </a:cubicBezTo>
                <a:lnTo>
                  <a:pt x="215334" y="159265"/>
                </a:lnTo>
                <a:cubicBezTo>
                  <a:pt x="213105" y="153650"/>
                  <a:pt x="200781" y="149914"/>
                  <a:pt x="199790" y="149625"/>
                </a:cubicBezTo>
                <a:close/>
                <a:moveTo>
                  <a:pt x="214798" y="113499"/>
                </a:moveTo>
                <a:lnTo>
                  <a:pt x="213683" y="111434"/>
                </a:lnTo>
                <a:cubicBezTo>
                  <a:pt x="195186" y="143184"/>
                  <a:pt x="157656" y="147499"/>
                  <a:pt x="157284" y="147540"/>
                </a:cubicBezTo>
                <a:lnTo>
                  <a:pt x="157264" y="147540"/>
                </a:lnTo>
                <a:cubicBezTo>
                  <a:pt x="155096" y="148428"/>
                  <a:pt x="152846" y="149233"/>
                  <a:pt x="150513" y="149955"/>
                </a:cubicBezTo>
                <a:lnTo>
                  <a:pt x="180096" y="149212"/>
                </a:lnTo>
                <a:cubicBezTo>
                  <a:pt x="197767" y="145847"/>
                  <a:pt x="213415" y="116203"/>
                  <a:pt x="214798" y="113499"/>
                </a:cubicBezTo>
                <a:close/>
                <a:moveTo>
                  <a:pt x="213167" y="110485"/>
                </a:moveTo>
                <a:lnTo>
                  <a:pt x="207159" y="99420"/>
                </a:lnTo>
                <a:cubicBezTo>
                  <a:pt x="204827" y="104622"/>
                  <a:pt x="191202" y="132160"/>
                  <a:pt x="160794" y="146033"/>
                </a:cubicBezTo>
                <a:cubicBezTo>
                  <a:pt x="170682" y="144072"/>
                  <a:pt x="198345" y="136434"/>
                  <a:pt x="213167" y="110485"/>
                </a:cubicBezTo>
                <a:close/>
                <a:moveTo>
                  <a:pt x="268925" y="96509"/>
                </a:moveTo>
                <a:cubicBezTo>
                  <a:pt x="264776" y="98264"/>
                  <a:pt x="253030" y="102454"/>
                  <a:pt x="243616" y="98016"/>
                </a:cubicBezTo>
                <a:lnTo>
                  <a:pt x="240871" y="113437"/>
                </a:lnTo>
                <a:cubicBezTo>
                  <a:pt x="242357" y="117565"/>
                  <a:pt x="252658" y="117875"/>
                  <a:pt x="254351" y="117916"/>
                </a:cubicBezTo>
                <a:close/>
                <a:moveTo>
                  <a:pt x="254702" y="119031"/>
                </a:moveTo>
                <a:lnTo>
                  <a:pt x="250429" y="125286"/>
                </a:lnTo>
                <a:cubicBezTo>
                  <a:pt x="254454" y="131727"/>
                  <a:pt x="259512" y="134039"/>
                  <a:pt x="260482" y="134431"/>
                </a:cubicBezTo>
                <a:lnTo>
                  <a:pt x="276275" y="126401"/>
                </a:lnTo>
                <a:cubicBezTo>
                  <a:pt x="272332" y="125864"/>
                  <a:pt x="261638" y="124068"/>
                  <a:pt x="254702" y="119031"/>
                </a:cubicBezTo>
                <a:close/>
                <a:moveTo>
                  <a:pt x="276832" y="127144"/>
                </a:moveTo>
                <a:lnTo>
                  <a:pt x="260895" y="135236"/>
                </a:lnTo>
                <a:cubicBezTo>
                  <a:pt x="259533" y="140273"/>
                  <a:pt x="263001" y="149584"/>
                  <a:pt x="265808" y="155900"/>
                </a:cubicBezTo>
                <a:cubicBezTo>
                  <a:pt x="269276" y="147168"/>
                  <a:pt x="274540" y="136991"/>
                  <a:pt x="274602" y="136867"/>
                </a:cubicBezTo>
                <a:cubicBezTo>
                  <a:pt x="274623" y="136826"/>
                  <a:pt x="274664" y="136785"/>
                  <a:pt x="274706" y="136743"/>
                </a:cubicBezTo>
                <a:cubicBezTo>
                  <a:pt x="274933" y="133234"/>
                  <a:pt x="275573" y="129931"/>
                  <a:pt x="276832" y="127144"/>
                </a:cubicBezTo>
                <a:close/>
                <a:moveTo>
                  <a:pt x="274623" y="138849"/>
                </a:moveTo>
                <a:cubicBezTo>
                  <a:pt x="272951" y="142172"/>
                  <a:pt x="268987" y="150203"/>
                  <a:pt x="266345" y="157057"/>
                </a:cubicBezTo>
                <a:cubicBezTo>
                  <a:pt x="267584" y="159781"/>
                  <a:pt x="268616" y="161763"/>
                  <a:pt x="268884" y="162279"/>
                </a:cubicBezTo>
                <a:lnTo>
                  <a:pt x="279206" y="166573"/>
                </a:lnTo>
                <a:cubicBezTo>
                  <a:pt x="278091" y="163002"/>
                  <a:pt x="274437" y="150244"/>
                  <a:pt x="274623" y="138849"/>
                </a:cubicBezTo>
                <a:close/>
                <a:moveTo>
                  <a:pt x="257530" y="189818"/>
                </a:moveTo>
                <a:cubicBezTo>
                  <a:pt x="260069" y="186887"/>
                  <a:pt x="272786" y="172415"/>
                  <a:pt x="279020" y="167502"/>
                </a:cubicBezTo>
                <a:lnTo>
                  <a:pt x="268533" y="163126"/>
                </a:lnTo>
                <a:cubicBezTo>
                  <a:pt x="260978" y="165706"/>
                  <a:pt x="252493" y="176544"/>
                  <a:pt x="251192" y="178258"/>
                </a:cubicBezTo>
                <a:close/>
                <a:moveTo>
                  <a:pt x="255755" y="188497"/>
                </a:moveTo>
                <a:lnTo>
                  <a:pt x="250263" y="178485"/>
                </a:lnTo>
                <a:cubicBezTo>
                  <a:pt x="243369" y="170310"/>
                  <a:pt x="218390" y="160876"/>
                  <a:pt x="215954" y="159967"/>
                </a:cubicBezTo>
                <a:lnTo>
                  <a:pt x="202824" y="167998"/>
                </a:lnTo>
                <a:cubicBezTo>
                  <a:pt x="209368" y="169484"/>
                  <a:pt x="242006" y="177287"/>
                  <a:pt x="255755" y="188497"/>
                </a:cubicBezTo>
                <a:close/>
                <a:moveTo>
                  <a:pt x="197890" y="187485"/>
                </a:moveTo>
                <a:cubicBezTo>
                  <a:pt x="200388" y="187031"/>
                  <a:pt x="230177" y="181622"/>
                  <a:pt x="240767" y="180982"/>
                </a:cubicBezTo>
                <a:cubicBezTo>
                  <a:pt x="224438" y="173819"/>
                  <a:pt x="203815" y="169154"/>
                  <a:pt x="201689" y="168679"/>
                </a:cubicBezTo>
                <a:lnTo>
                  <a:pt x="175471" y="184698"/>
                </a:lnTo>
                <a:cubicBezTo>
                  <a:pt x="178816" y="185029"/>
                  <a:pt x="187631" y="185958"/>
                  <a:pt x="197890" y="187485"/>
                </a:cubicBezTo>
                <a:close/>
                <a:moveTo>
                  <a:pt x="174377" y="184265"/>
                </a:moveTo>
                <a:lnTo>
                  <a:pt x="201111" y="167956"/>
                </a:lnTo>
                <a:cubicBezTo>
                  <a:pt x="200533" y="162589"/>
                  <a:pt x="193431" y="157387"/>
                  <a:pt x="187610" y="154001"/>
                </a:cubicBezTo>
                <a:cubicBezTo>
                  <a:pt x="187197" y="157614"/>
                  <a:pt x="184678" y="173757"/>
                  <a:pt x="172685" y="179785"/>
                </a:cubicBezTo>
                <a:cubicBezTo>
                  <a:pt x="173531" y="181416"/>
                  <a:pt x="174130" y="182944"/>
                  <a:pt x="174377" y="184265"/>
                </a:cubicBezTo>
                <a:close/>
                <a:moveTo>
                  <a:pt x="172251" y="178980"/>
                </a:moveTo>
                <a:cubicBezTo>
                  <a:pt x="184389" y="172890"/>
                  <a:pt x="186495" y="155921"/>
                  <a:pt x="186743" y="153506"/>
                </a:cubicBezTo>
                <a:cubicBezTo>
                  <a:pt x="183357" y="151586"/>
                  <a:pt x="180570" y="150347"/>
                  <a:pt x="180054" y="150120"/>
                </a:cubicBezTo>
                <a:lnTo>
                  <a:pt x="148119" y="150925"/>
                </a:lnTo>
                <a:cubicBezTo>
                  <a:pt x="151793" y="154435"/>
                  <a:pt x="166533" y="168741"/>
                  <a:pt x="172251" y="178980"/>
                </a:cubicBezTo>
                <a:close/>
                <a:moveTo>
                  <a:pt x="146921" y="150038"/>
                </a:moveTo>
                <a:cubicBezTo>
                  <a:pt x="188539" y="138952"/>
                  <a:pt x="205322" y="101422"/>
                  <a:pt x="206602" y="98408"/>
                </a:cubicBezTo>
                <a:lnTo>
                  <a:pt x="201813" y="89573"/>
                </a:lnTo>
                <a:cubicBezTo>
                  <a:pt x="196239" y="94857"/>
                  <a:pt x="146384" y="142049"/>
                  <a:pt x="133792" y="150368"/>
                </a:cubicBezTo>
                <a:close/>
                <a:moveTo>
                  <a:pt x="131934" y="150409"/>
                </a:moveTo>
                <a:cubicBezTo>
                  <a:pt x="141347" y="145537"/>
                  <a:pt x="197127" y="92752"/>
                  <a:pt x="201359" y="88726"/>
                </a:cubicBezTo>
                <a:lnTo>
                  <a:pt x="190975" y="69569"/>
                </a:lnTo>
                <a:cubicBezTo>
                  <a:pt x="152990" y="96674"/>
                  <a:pt x="110382" y="126421"/>
                  <a:pt x="71613" y="15193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7000">
                <a:srgbClr val="FFF2CC"/>
              </a:gs>
              <a:gs pos="6100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5" name="Google Shape;295;p39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t="2317" b="2317"/>
          <a:stretch/>
        </p:blipFill>
        <p:spPr>
          <a:xfrm>
            <a:off x="0" y="0"/>
            <a:ext cx="4336501" cy="5169600"/>
          </a:xfrm>
          <a:prstGeom prst="rect">
            <a:avLst/>
          </a:prstGeom>
        </p:spPr>
      </p:pic>
      <p:sp>
        <p:nvSpPr>
          <p:cNvPr id="296" name="Google Shape;296;p39"/>
          <p:cNvSpPr txBox="1">
            <a:spLocks noGrp="1"/>
          </p:cNvSpPr>
          <p:nvPr>
            <p:ph type="title"/>
          </p:nvPr>
        </p:nvSpPr>
        <p:spPr>
          <a:xfrm>
            <a:off x="4793810" y="876385"/>
            <a:ext cx="4094400" cy="12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800" b="1" i="0" dirty="0">
                <a:effectLst/>
                <a:latin typeface="Fontdiner Swanky" panose="020B0604020202020204" charset="0"/>
              </a:rPr>
              <a:t>Raízes Celtas e o Festival Samhain</a:t>
            </a:r>
            <a:endParaRPr sz="2800" dirty="0">
              <a:latin typeface="Fontdiner Swanky" panose="020B0604020202020204" charset="0"/>
            </a:endParaRPr>
          </a:p>
        </p:txBody>
      </p:sp>
      <p:sp>
        <p:nvSpPr>
          <p:cNvPr id="297" name="Google Shape;297;p39"/>
          <p:cNvSpPr txBox="1">
            <a:spLocks noGrp="1"/>
          </p:cNvSpPr>
          <p:nvPr>
            <p:ph type="subTitle" idx="1"/>
          </p:nvPr>
        </p:nvSpPr>
        <p:spPr>
          <a:xfrm>
            <a:off x="9560504" y="3178629"/>
            <a:ext cx="275094" cy="46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9" name="Google Shape;299;p39"/>
          <p:cNvSpPr/>
          <p:nvPr/>
        </p:nvSpPr>
        <p:spPr>
          <a:xfrm>
            <a:off x="4102879" y="-493125"/>
            <a:ext cx="443250" cy="6297400"/>
          </a:xfrm>
          <a:custGeom>
            <a:avLst/>
            <a:gdLst/>
            <a:ahLst/>
            <a:cxnLst/>
            <a:rect l="l" t="t" r="r" b="b"/>
            <a:pathLst>
              <a:path w="17730" h="251896" extrusionOk="0">
                <a:moveTo>
                  <a:pt x="130" y="8"/>
                </a:moveTo>
                <a:cubicBezTo>
                  <a:pt x="1447" y="-514"/>
                  <a:pt x="14498" y="24530"/>
                  <a:pt x="16413" y="54441"/>
                </a:cubicBezTo>
                <a:cubicBezTo>
                  <a:pt x="18328" y="84352"/>
                  <a:pt x="11427" y="146571"/>
                  <a:pt x="11618" y="179472"/>
                </a:cubicBezTo>
                <a:cubicBezTo>
                  <a:pt x="11809" y="212373"/>
                  <a:pt x="18905" y="250385"/>
                  <a:pt x="17561" y="251849"/>
                </a:cubicBezTo>
                <a:cubicBezTo>
                  <a:pt x="16218" y="253313"/>
                  <a:pt x="5066" y="220634"/>
                  <a:pt x="3557" y="188254"/>
                </a:cubicBezTo>
                <a:cubicBezTo>
                  <a:pt x="2049" y="155874"/>
                  <a:pt x="9081" y="88945"/>
                  <a:pt x="8510" y="57571"/>
                </a:cubicBezTo>
                <a:cubicBezTo>
                  <a:pt x="7939" y="26197"/>
                  <a:pt x="-1187" y="530"/>
                  <a:pt x="130" y="8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37000">
                <a:srgbClr val="FFF2CC"/>
              </a:gs>
              <a:gs pos="61000">
                <a:srgbClr val="FFF2CC"/>
              </a:gs>
              <a:gs pos="100000">
                <a:srgbClr val="FF8E70"/>
              </a:gs>
            </a:gsLst>
            <a:lin ang="2700006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F3306F4-079D-B420-47E1-1D321CD5CF1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9492238" y="1239034"/>
            <a:ext cx="399121" cy="222431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69552C-7F31-366D-21F6-505188693440}"/>
              </a:ext>
            </a:extLst>
          </p:cNvPr>
          <p:cNvSpPr txBox="1"/>
          <p:nvPr/>
        </p:nvSpPr>
        <p:spPr>
          <a:xfrm>
            <a:off x="4994960" y="2162966"/>
            <a:ext cx="38932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pt-BR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Origens históricas do Halloween remontam aos celtas e ao festival Samhain.</a:t>
            </a:r>
          </a:p>
          <a:p>
            <a:pPr marL="285750" indent="-285750" algn="l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pt-BR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Celebração da colheita e homenagem aos mortos.</a:t>
            </a:r>
          </a:p>
          <a:p>
            <a:pPr marL="285750" indent="-285750" algn="l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pt-BR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Transição de 31 de outubro a 1 de novembro como um momento especial para os celtas.</a:t>
            </a:r>
          </a:p>
          <a:p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"/>
          <p:cNvSpPr/>
          <p:nvPr/>
        </p:nvSpPr>
        <p:spPr>
          <a:xfrm>
            <a:off x="3426848" y="-3"/>
            <a:ext cx="1943946" cy="1463251"/>
          </a:xfrm>
          <a:custGeom>
            <a:avLst/>
            <a:gdLst/>
            <a:ahLst/>
            <a:cxnLst/>
            <a:rect l="l" t="t" r="r" b="b"/>
            <a:pathLst>
              <a:path w="285036" h="214553" extrusionOk="0">
                <a:moveTo>
                  <a:pt x="191519" y="49973"/>
                </a:moveTo>
                <a:cubicBezTo>
                  <a:pt x="190560" y="50910"/>
                  <a:pt x="177972" y="63788"/>
                  <a:pt x="174021" y="77470"/>
                </a:cubicBezTo>
                <a:cubicBezTo>
                  <a:pt x="170450" y="89768"/>
                  <a:pt x="169446" y="115903"/>
                  <a:pt x="169223" y="122978"/>
                </a:cubicBezTo>
                <a:lnTo>
                  <a:pt x="169223" y="132397"/>
                </a:lnTo>
                <a:cubicBezTo>
                  <a:pt x="169223" y="133156"/>
                  <a:pt x="168084" y="133156"/>
                  <a:pt x="168084" y="132397"/>
                </a:cubicBezTo>
                <a:lnTo>
                  <a:pt x="168084" y="125009"/>
                </a:lnTo>
                <a:cubicBezTo>
                  <a:pt x="168040" y="124920"/>
                  <a:pt x="168017" y="124853"/>
                  <a:pt x="168040" y="124764"/>
                </a:cubicBezTo>
                <a:cubicBezTo>
                  <a:pt x="168040" y="124719"/>
                  <a:pt x="168040" y="124049"/>
                  <a:pt x="168084" y="122956"/>
                </a:cubicBezTo>
                <a:lnTo>
                  <a:pt x="168084" y="85728"/>
                </a:lnTo>
                <a:cubicBezTo>
                  <a:pt x="164603" y="71109"/>
                  <a:pt x="155742" y="69859"/>
                  <a:pt x="154470" y="69747"/>
                </a:cubicBezTo>
                <a:lnTo>
                  <a:pt x="99520" y="99097"/>
                </a:lnTo>
                <a:lnTo>
                  <a:pt x="70483" y="132776"/>
                </a:lnTo>
                <a:cubicBezTo>
                  <a:pt x="70483" y="132776"/>
                  <a:pt x="70483" y="132776"/>
                  <a:pt x="70483" y="132776"/>
                </a:cubicBezTo>
                <a:lnTo>
                  <a:pt x="69300" y="134160"/>
                </a:lnTo>
                <a:cubicBezTo>
                  <a:pt x="68854" y="135544"/>
                  <a:pt x="63765" y="151457"/>
                  <a:pt x="63765" y="162125"/>
                </a:cubicBezTo>
                <a:lnTo>
                  <a:pt x="63765" y="183909"/>
                </a:lnTo>
                <a:cubicBezTo>
                  <a:pt x="63765" y="184668"/>
                  <a:pt x="62605" y="184668"/>
                  <a:pt x="62605" y="183909"/>
                </a:cubicBezTo>
                <a:lnTo>
                  <a:pt x="62605" y="154894"/>
                </a:lnTo>
                <a:cubicBezTo>
                  <a:pt x="61734" y="148020"/>
                  <a:pt x="58833" y="147306"/>
                  <a:pt x="58007" y="147239"/>
                </a:cubicBezTo>
                <a:lnTo>
                  <a:pt x="28256" y="181766"/>
                </a:lnTo>
                <a:cubicBezTo>
                  <a:pt x="27943" y="182369"/>
                  <a:pt x="24261" y="189979"/>
                  <a:pt x="23971" y="197055"/>
                </a:cubicBezTo>
                <a:lnTo>
                  <a:pt x="23971" y="213481"/>
                </a:lnTo>
                <a:cubicBezTo>
                  <a:pt x="23971" y="213794"/>
                  <a:pt x="23725" y="214039"/>
                  <a:pt x="23413" y="214039"/>
                </a:cubicBezTo>
                <a:lnTo>
                  <a:pt x="23413" y="214039"/>
                </a:lnTo>
                <a:cubicBezTo>
                  <a:pt x="23100" y="214039"/>
                  <a:pt x="22855" y="213794"/>
                  <a:pt x="22832" y="213481"/>
                </a:cubicBezTo>
                <a:cubicBezTo>
                  <a:pt x="22832" y="213392"/>
                  <a:pt x="22564" y="204531"/>
                  <a:pt x="22832" y="197032"/>
                </a:cubicBezTo>
                <a:lnTo>
                  <a:pt x="22832" y="188060"/>
                </a:lnTo>
                <a:lnTo>
                  <a:pt x="0" y="214553"/>
                </a:lnTo>
                <a:lnTo>
                  <a:pt x="0" y="212789"/>
                </a:lnTo>
                <a:lnTo>
                  <a:pt x="30756" y="177124"/>
                </a:lnTo>
                <a:cubicBezTo>
                  <a:pt x="32095" y="137396"/>
                  <a:pt x="7499" y="117220"/>
                  <a:pt x="5178" y="115412"/>
                </a:cubicBezTo>
                <a:lnTo>
                  <a:pt x="0" y="116305"/>
                </a:lnTo>
                <a:lnTo>
                  <a:pt x="0" y="115144"/>
                </a:lnTo>
                <a:lnTo>
                  <a:pt x="5245" y="114251"/>
                </a:lnTo>
                <a:lnTo>
                  <a:pt x="5245" y="114251"/>
                </a:lnTo>
                <a:lnTo>
                  <a:pt x="15891" y="112399"/>
                </a:lnTo>
                <a:cubicBezTo>
                  <a:pt x="16739" y="110747"/>
                  <a:pt x="21181" y="100726"/>
                  <a:pt x="10066" y="89388"/>
                </a:cubicBezTo>
                <a:lnTo>
                  <a:pt x="0" y="88272"/>
                </a:lnTo>
                <a:lnTo>
                  <a:pt x="0" y="87134"/>
                </a:lnTo>
                <a:cubicBezTo>
                  <a:pt x="1473" y="86866"/>
                  <a:pt x="30465" y="81376"/>
                  <a:pt x="41603" y="39528"/>
                </a:cubicBezTo>
                <a:lnTo>
                  <a:pt x="3683" y="1"/>
                </a:lnTo>
                <a:lnTo>
                  <a:pt x="5267" y="1"/>
                </a:lnTo>
                <a:lnTo>
                  <a:pt x="37407" y="33479"/>
                </a:lnTo>
                <a:cubicBezTo>
                  <a:pt x="37875" y="33792"/>
                  <a:pt x="46736" y="39505"/>
                  <a:pt x="58699" y="36894"/>
                </a:cubicBezTo>
                <a:cubicBezTo>
                  <a:pt x="70015" y="34439"/>
                  <a:pt x="80371" y="25534"/>
                  <a:pt x="89499" y="10468"/>
                </a:cubicBezTo>
                <a:lnTo>
                  <a:pt x="88406" y="1"/>
                </a:lnTo>
                <a:lnTo>
                  <a:pt x="89566" y="1"/>
                </a:lnTo>
                <a:lnTo>
                  <a:pt x="90637" y="10446"/>
                </a:lnTo>
                <a:cubicBezTo>
                  <a:pt x="91374" y="11741"/>
                  <a:pt x="100324" y="27118"/>
                  <a:pt x="117085" y="31917"/>
                </a:cubicBezTo>
                <a:cubicBezTo>
                  <a:pt x="128245" y="35109"/>
                  <a:pt x="140431" y="33011"/>
                  <a:pt x="153287" y="25668"/>
                </a:cubicBezTo>
                <a:lnTo>
                  <a:pt x="172570" y="1"/>
                </a:lnTo>
                <a:lnTo>
                  <a:pt x="173999" y="1"/>
                </a:lnTo>
                <a:lnTo>
                  <a:pt x="164469" y="12678"/>
                </a:lnTo>
                <a:cubicBezTo>
                  <a:pt x="166745" y="19932"/>
                  <a:pt x="171231" y="25333"/>
                  <a:pt x="177838" y="28725"/>
                </a:cubicBezTo>
                <a:cubicBezTo>
                  <a:pt x="197144" y="38724"/>
                  <a:pt x="228613" y="28636"/>
                  <a:pt x="229618" y="28324"/>
                </a:cubicBezTo>
                <a:lnTo>
                  <a:pt x="282625" y="1"/>
                </a:lnTo>
                <a:lnTo>
                  <a:pt x="285036" y="1"/>
                </a:lnTo>
                <a:close/>
                <a:moveTo>
                  <a:pt x="23971" y="186721"/>
                </a:moveTo>
                <a:lnTo>
                  <a:pt x="23971" y="189957"/>
                </a:lnTo>
                <a:cubicBezTo>
                  <a:pt x="24462" y="188172"/>
                  <a:pt x="25042" y="186431"/>
                  <a:pt x="25711" y="184712"/>
                </a:cubicBezTo>
                <a:close/>
                <a:moveTo>
                  <a:pt x="169223" y="102155"/>
                </a:moveTo>
                <a:cubicBezTo>
                  <a:pt x="169959" y="93115"/>
                  <a:pt x="171120" y="83384"/>
                  <a:pt x="172928" y="77157"/>
                </a:cubicBezTo>
                <a:cubicBezTo>
                  <a:pt x="176030" y="66422"/>
                  <a:pt x="184310" y="56200"/>
                  <a:pt x="188395" y="51625"/>
                </a:cubicBezTo>
                <a:lnTo>
                  <a:pt x="169223" y="61869"/>
                </a:lnTo>
                <a:lnTo>
                  <a:pt x="169223" y="102155"/>
                </a:lnTo>
                <a:close/>
                <a:moveTo>
                  <a:pt x="185806" y="51714"/>
                </a:moveTo>
                <a:cubicBezTo>
                  <a:pt x="167549" y="55731"/>
                  <a:pt x="141659" y="48768"/>
                  <a:pt x="138110" y="47786"/>
                </a:cubicBezTo>
                <a:lnTo>
                  <a:pt x="134316" y="52807"/>
                </a:lnTo>
                <a:cubicBezTo>
                  <a:pt x="141748" y="59771"/>
                  <a:pt x="165227" y="61445"/>
                  <a:pt x="167325" y="61579"/>
                </a:cubicBezTo>
                <a:close/>
                <a:moveTo>
                  <a:pt x="35130" y="109096"/>
                </a:moveTo>
                <a:lnTo>
                  <a:pt x="51066" y="106350"/>
                </a:lnTo>
                <a:cubicBezTo>
                  <a:pt x="51557" y="100592"/>
                  <a:pt x="44102" y="93941"/>
                  <a:pt x="43031" y="93026"/>
                </a:cubicBezTo>
                <a:lnTo>
                  <a:pt x="28033" y="91374"/>
                </a:lnTo>
                <a:cubicBezTo>
                  <a:pt x="30131" y="93472"/>
                  <a:pt x="36291" y="100458"/>
                  <a:pt x="35130" y="109096"/>
                </a:cubicBezTo>
                <a:close/>
                <a:moveTo>
                  <a:pt x="78273" y="101664"/>
                </a:moveTo>
                <a:lnTo>
                  <a:pt x="95057" y="98762"/>
                </a:lnTo>
                <a:lnTo>
                  <a:pt x="77112" y="96776"/>
                </a:lnTo>
                <a:cubicBezTo>
                  <a:pt x="77692" y="97959"/>
                  <a:pt x="78474" y="99967"/>
                  <a:pt x="78273" y="101664"/>
                </a:cubicBezTo>
                <a:close/>
                <a:moveTo>
                  <a:pt x="122933" y="66043"/>
                </a:moveTo>
                <a:cubicBezTo>
                  <a:pt x="122933" y="65931"/>
                  <a:pt x="122911" y="65864"/>
                  <a:pt x="122911" y="65842"/>
                </a:cubicBezTo>
                <a:cubicBezTo>
                  <a:pt x="122888" y="65529"/>
                  <a:pt x="123134" y="65261"/>
                  <a:pt x="123446" y="65217"/>
                </a:cubicBezTo>
                <a:cubicBezTo>
                  <a:pt x="123469" y="65217"/>
                  <a:pt x="123513" y="65217"/>
                  <a:pt x="123558" y="65239"/>
                </a:cubicBezTo>
                <a:lnTo>
                  <a:pt x="125522" y="62605"/>
                </a:lnTo>
                <a:cubicBezTo>
                  <a:pt x="120835" y="62181"/>
                  <a:pt x="101909" y="60106"/>
                  <a:pt x="95235" y="55017"/>
                </a:cubicBezTo>
                <a:lnTo>
                  <a:pt x="95882" y="61289"/>
                </a:lnTo>
                <a:cubicBezTo>
                  <a:pt x="97088" y="62605"/>
                  <a:pt x="107734" y="73787"/>
                  <a:pt x="119496" y="70529"/>
                </a:cubicBezTo>
                <a:cubicBezTo>
                  <a:pt x="119518" y="70529"/>
                  <a:pt x="119541" y="70529"/>
                  <a:pt x="119563" y="70529"/>
                </a:cubicBezTo>
                <a:close/>
                <a:moveTo>
                  <a:pt x="119585" y="72426"/>
                </a:moveTo>
                <a:cubicBezTo>
                  <a:pt x="121862" y="74122"/>
                  <a:pt x="124785" y="75059"/>
                  <a:pt x="127754" y="75506"/>
                </a:cubicBezTo>
                <a:cubicBezTo>
                  <a:pt x="124875" y="73296"/>
                  <a:pt x="123692" y="69725"/>
                  <a:pt x="123201" y="67583"/>
                </a:cubicBezTo>
                <a:close/>
                <a:moveTo>
                  <a:pt x="96061" y="63141"/>
                </a:moveTo>
                <a:lnTo>
                  <a:pt x="97512" y="77135"/>
                </a:lnTo>
                <a:cubicBezTo>
                  <a:pt x="98360" y="77961"/>
                  <a:pt x="103538" y="82759"/>
                  <a:pt x="110501" y="82581"/>
                </a:cubicBezTo>
                <a:lnTo>
                  <a:pt x="118514" y="71935"/>
                </a:lnTo>
                <a:cubicBezTo>
                  <a:pt x="108180" y="73988"/>
                  <a:pt x="99208" y="66266"/>
                  <a:pt x="96061" y="63141"/>
                </a:cubicBezTo>
                <a:close/>
                <a:moveTo>
                  <a:pt x="94856" y="62628"/>
                </a:moveTo>
                <a:cubicBezTo>
                  <a:pt x="91932" y="64927"/>
                  <a:pt x="81844" y="72069"/>
                  <a:pt x="72693" y="70261"/>
                </a:cubicBezTo>
                <a:lnTo>
                  <a:pt x="80192" y="78072"/>
                </a:lnTo>
                <a:cubicBezTo>
                  <a:pt x="83942" y="78876"/>
                  <a:pt x="93539" y="80148"/>
                  <a:pt x="96373" y="77180"/>
                </a:cubicBezTo>
                <a:close/>
                <a:moveTo>
                  <a:pt x="70952" y="70105"/>
                </a:moveTo>
                <a:cubicBezTo>
                  <a:pt x="68921" y="73430"/>
                  <a:pt x="59346" y="88116"/>
                  <a:pt x="46490" y="92267"/>
                </a:cubicBezTo>
                <a:lnTo>
                  <a:pt x="56958" y="93406"/>
                </a:lnTo>
                <a:cubicBezTo>
                  <a:pt x="63118" y="91151"/>
                  <a:pt x="78607" y="84344"/>
                  <a:pt x="79299" y="78787"/>
                </a:cubicBezTo>
                <a:close/>
                <a:moveTo>
                  <a:pt x="59413" y="93673"/>
                </a:moveTo>
                <a:lnTo>
                  <a:pt x="76063" y="95526"/>
                </a:lnTo>
                <a:cubicBezTo>
                  <a:pt x="80326" y="94388"/>
                  <a:pt x="85973" y="88786"/>
                  <a:pt x="87446" y="87268"/>
                </a:cubicBezTo>
                <a:lnTo>
                  <a:pt x="80259" y="79769"/>
                </a:lnTo>
                <a:cubicBezTo>
                  <a:pt x="78340" y="85616"/>
                  <a:pt x="64837" y="91531"/>
                  <a:pt x="59413" y="93673"/>
                </a:cubicBezTo>
                <a:close/>
                <a:moveTo>
                  <a:pt x="78496" y="95794"/>
                </a:moveTo>
                <a:lnTo>
                  <a:pt x="97646" y="97892"/>
                </a:lnTo>
                <a:lnTo>
                  <a:pt x="88249" y="88094"/>
                </a:lnTo>
                <a:cubicBezTo>
                  <a:pt x="86888" y="89500"/>
                  <a:pt x="82580" y="93785"/>
                  <a:pt x="78496" y="95794"/>
                </a:cubicBezTo>
                <a:close/>
                <a:moveTo>
                  <a:pt x="75751" y="96642"/>
                </a:moveTo>
                <a:lnTo>
                  <a:pt x="58074" y="94678"/>
                </a:lnTo>
                <a:cubicBezTo>
                  <a:pt x="59793" y="98316"/>
                  <a:pt x="58119" y="103204"/>
                  <a:pt x="57226" y="105279"/>
                </a:cubicBezTo>
                <a:lnTo>
                  <a:pt x="77067" y="101864"/>
                </a:lnTo>
                <a:cubicBezTo>
                  <a:pt x="77492" y="100280"/>
                  <a:pt x="76398" y="97780"/>
                  <a:pt x="75751" y="96642"/>
                </a:cubicBezTo>
                <a:close/>
                <a:moveTo>
                  <a:pt x="56668" y="94521"/>
                </a:moveTo>
                <a:lnTo>
                  <a:pt x="44995" y="93249"/>
                </a:lnTo>
                <a:cubicBezTo>
                  <a:pt x="47472" y="95593"/>
                  <a:pt x="52472" y="100994"/>
                  <a:pt x="52226" y="106150"/>
                </a:cubicBezTo>
                <a:lnTo>
                  <a:pt x="55864" y="105525"/>
                </a:lnTo>
                <a:cubicBezTo>
                  <a:pt x="56467" y="104253"/>
                  <a:pt x="59078" y="98159"/>
                  <a:pt x="56668" y="94544"/>
                </a:cubicBezTo>
                <a:close/>
                <a:moveTo>
                  <a:pt x="43254" y="91910"/>
                </a:moveTo>
                <a:cubicBezTo>
                  <a:pt x="57360" y="89388"/>
                  <a:pt x="68475" y="71957"/>
                  <a:pt x="70149" y="69234"/>
                </a:cubicBezTo>
                <a:lnTo>
                  <a:pt x="57337" y="55910"/>
                </a:lnTo>
                <a:cubicBezTo>
                  <a:pt x="56534" y="61512"/>
                  <a:pt x="51959" y="85192"/>
                  <a:pt x="32251" y="90683"/>
                </a:cubicBezTo>
                <a:close/>
                <a:moveTo>
                  <a:pt x="64323" y="61534"/>
                </a:moveTo>
                <a:cubicBezTo>
                  <a:pt x="66957" y="61244"/>
                  <a:pt x="88517" y="58432"/>
                  <a:pt x="93137" y="45978"/>
                </a:cubicBezTo>
                <a:lnTo>
                  <a:pt x="92222" y="36872"/>
                </a:lnTo>
                <a:cubicBezTo>
                  <a:pt x="88696" y="40755"/>
                  <a:pt x="75036" y="54593"/>
                  <a:pt x="58230" y="55196"/>
                </a:cubicBezTo>
                <a:close/>
                <a:moveTo>
                  <a:pt x="65328" y="62583"/>
                </a:moveTo>
                <a:lnTo>
                  <a:pt x="71175" y="68654"/>
                </a:lnTo>
                <a:cubicBezTo>
                  <a:pt x="80839" y="72046"/>
                  <a:pt x="92936" y="62717"/>
                  <a:pt x="94722" y="61266"/>
                </a:cubicBezTo>
                <a:lnTo>
                  <a:pt x="93383" y="48210"/>
                </a:lnTo>
                <a:cubicBezTo>
                  <a:pt x="87669" y="59034"/>
                  <a:pt x="70059" y="61980"/>
                  <a:pt x="65328" y="62583"/>
                </a:cubicBezTo>
                <a:close/>
                <a:moveTo>
                  <a:pt x="95057" y="53343"/>
                </a:moveTo>
                <a:cubicBezTo>
                  <a:pt x="100525" y="59057"/>
                  <a:pt x="123402" y="61266"/>
                  <a:pt x="126325" y="61534"/>
                </a:cubicBezTo>
                <a:lnTo>
                  <a:pt x="136235" y="48366"/>
                </a:lnTo>
                <a:cubicBezTo>
                  <a:pt x="123647" y="52116"/>
                  <a:pt x="98605" y="39349"/>
                  <a:pt x="93316" y="36537"/>
                </a:cubicBezTo>
                <a:close/>
                <a:moveTo>
                  <a:pt x="168084" y="81666"/>
                </a:moveTo>
                <a:lnTo>
                  <a:pt x="168084" y="62472"/>
                </a:lnTo>
                <a:lnTo>
                  <a:pt x="156099" y="68877"/>
                </a:lnTo>
                <a:cubicBezTo>
                  <a:pt x="158978" y="69614"/>
                  <a:pt x="164736" y="72247"/>
                  <a:pt x="168084" y="81666"/>
                </a:cubicBezTo>
                <a:close/>
                <a:moveTo>
                  <a:pt x="165428" y="62605"/>
                </a:moveTo>
                <a:cubicBezTo>
                  <a:pt x="159246" y="62092"/>
                  <a:pt x="140520" y="60061"/>
                  <a:pt x="133624" y="53722"/>
                </a:cubicBezTo>
                <a:lnTo>
                  <a:pt x="130053" y="58476"/>
                </a:lnTo>
                <a:cubicBezTo>
                  <a:pt x="131928" y="60262"/>
                  <a:pt x="141592" y="69078"/>
                  <a:pt x="151992" y="69770"/>
                </a:cubicBezTo>
                <a:close/>
                <a:moveTo>
                  <a:pt x="150207" y="70730"/>
                </a:moveTo>
                <a:cubicBezTo>
                  <a:pt x="140186" y="69279"/>
                  <a:pt x="131437" y="61400"/>
                  <a:pt x="129361" y="59391"/>
                </a:cubicBezTo>
                <a:lnTo>
                  <a:pt x="124138" y="66355"/>
                </a:lnTo>
                <a:cubicBezTo>
                  <a:pt x="124451" y="68252"/>
                  <a:pt x="125790" y="74144"/>
                  <a:pt x="130700" y="75818"/>
                </a:cubicBezTo>
                <a:cubicBezTo>
                  <a:pt x="134561" y="75997"/>
                  <a:pt x="138422" y="75729"/>
                  <a:pt x="142217" y="74992"/>
                </a:cubicBezTo>
                <a:close/>
                <a:moveTo>
                  <a:pt x="139092" y="76666"/>
                </a:moveTo>
                <a:cubicBezTo>
                  <a:pt x="137083" y="76912"/>
                  <a:pt x="135075" y="77046"/>
                  <a:pt x="133043" y="77046"/>
                </a:cubicBezTo>
                <a:cubicBezTo>
                  <a:pt x="128334" y="77046"/>
                  <a:pt x="122844" y="76265"/>
                  <a:pt x="118893" y="73318"/>
                </a:cubicBezTo>
                <a:lnTo>
                  <a:pt x="116483" y="76532"/>
                </a:lnTo>
                <a:cubicBezTo>
                  <a:pt x="117108" y="77805"/>
                  <a:pt x="119741" y="82759"/>
                  <a:pt x="123513" y="84991"/>
                </a:cubicBezTo>
                <a:close/>
                <a:moveTo>
                  <a:pt x="114340" y="89879"/>
                </a:moveTo>
                <a:lnTo>
                  <a:pt x="122330" y="85616"/>
                </a:lnTo>
                <a:cubicBezTo>
                  <a:pt x="118983" y="83340"/>
                  <a:pt x="116639" y="79300"/>
                  <a:pt x="115724" y="77559"/>
                </a:cubicBezTo>
                <a:lnTo>
                  <a:pt x="111394" y="83295"/>
                </a:lnTo>
                <a:cubicBezTo>
                  <a:pt x="111573" y="84322"/>
                  <a:pt x="112443" y="88384"/>
                  <a:pt x="114340" y="89879"/>
                </a:cubicBezTo>
                <a:close/>
                <a:moveTo>
                  <a:pt x="113247" y="90459"/>
                </a:moveTo>
                <a:cubicBezTo>
                  <a:pt x="111707" y="88919"/>
                  <a:pt x="110858" y="86152"/>
                  <a:pt x="110479" y="84523"/>
                </a:cubicBezTo>
                <a:lnTo>
                  <a:pt x="101172" y="96910"/>
                </a:lnTo>
                <a:close/>
                <a:moveTo>
                  <a:pt x="99565" y="97133"/>
                </a:moveTo>
                <a:lnTo>
                  <a:pt x="109653" y="83719"/>
                </a:lnTo>
                <a:cubicBezTo>
                  <a:pt x="103984" y="83563"/>
                  <a:pt x="99654" y="80528"/>
                  <a:pt x="97690" y="78854"/>
                </a:cubicBezTo>
                <a:close/>
                <a:moveTo>
                  <a:pt x="96507" y="78563"/>
                </a:moveTo>
                <a:cubicBezTo>
                  <a:pt x="92959" y="81063"/>
                  <a:pt x="85102" y="80103"/>
                  <a:pt x="81554" y="79501"/>
                </a:cubicBezTo>
                <a:lnTo>
                  <a:pt x="98404" y="97044"/>
                </a:lnTo>
                <a:close/>
                <a:moveTo>
                  <a:pt x="97668" y="99476"/>
                </a:moveTo>
                <a:lnTo>
                  <a:pt x="86040" y="101485"/>
                </a:lnTo>
                <a:cubicBezTo>
                  <a:pt x="86553" y="103047"/>
                  <a:pt x="87781" y="107176"/>
                  <a:pt x="87446" y="111350"/>
                </a:cubicBezTo>
                <a:close/>
                <a:moveTo>
                  <a:pt x="86084" y="112935"/>
                </a:moveTo>
                <a:cubicBezTo>
                  <a:pt x="86999" y="108359"/>
                  <a:pt x="85392" y="103181"/>
                  <a:pt x="84879" y="101686"/>
                </a:cubicBezTo>
                <a:lnTo>
                  <a:pt x="78518" y="102779"/>
                </a:lnTo>
                <a:cubicBezTo>
                  <a:pt x="79835" y="104766"/>
                  <a:pt x="83183" y="110390"/>
                  <a:pt x="82915" y="116617"/>
                </a:cubicBezTo>
                <a:close/>
                <a:moveTo>
                  <a:pt x="81621" y="118090"/>
                </a:moveTo>
                <a:cubicBezTo>
                  <a:pt x="82670" y="111194"/>
                  <a:pt x="78250" y="104386"/>
                  <a:pt x="77268" y="102980"/>
                </a:cubicBezTo>
                <a:lnTo>
                  <a:pt x="64279" y="105235"/>
                </a:lnTo>
                <a:cubicBezTo>
                  <a:pt x="66801" y="108136"/>
                  <a:pt x="75461" y="118380"/>
                  <a:pt x="76956" y="123491"/>
                </a:cubicBezTo>
                <a:close/>
                <a:moveTo>
                  <a:pt x="76018" y="124585"/>
                </a:moveTo>
                <a:cubicBezTo>
                  <a:pt x="75661" y="120635"/>
                  <a:pt x="66711" y="109698"/>
                  <a:pt x="62962" y="105458"/>
                </a:cubicBezTo>
                <a:lnTo>
                  <a:pt x="52695" y="107221"/>
                </a:lnTo>
                <a:cubicBezTo>
                  <a:pt x="53186" y="107801"/>
                  <a:pt x="53900" y="108649"/>
                  <a:pt x="54726" y="109721"/>
                </a:cubicBezTo>
                <a:cubicBezTo>
                  <a:pt x="60551" y="112421"/>
                  <a:pt x="68363" y="127687"/>
                  <a:pt x="70193" y="131370"/>
                </a:cubicBezTo>
                <a:close/>
                <a:moveTo>
                  <a:pt x="68363" y="133490"/>
                </a:moveTo>
                <a:lnTo>
                  <a:pt x="69367" y="132307"/>
                </a:lnTo>
                <a:cubicBezTo>
                  <a:pt x="68318" y="130165"/>
                  <a:pt x="62292" y="118113"/>
                  <a:pt x="57025" y="112845"/>
                </a:cubicBezTo>
                <a:cubicBezTo>
                  <a:pt x="61221" y="118916"/>
                  <a:pt x="66377" y="128335"/>
                  <a:pt x="65372" y="136972"/>
                </a:cubicBezTo>
                <a:lnTo>
                  <a:pt x="68363" y="133490"/>
                </a:lnTo>
                <a:close/>
                <a:moveTo>
                  <a:pt x="63765" y="151390"/>
                </a:moveTo>
                <a:cubicBezTo>
                  <a:pt x="64725" y="146301"/>
                  <a:pt x="65953" y="141280"/>
                  <a:pt x="67426" y="136325"/>
                </a:cubicBezTo>
                <a:lnTo>
                  <a:pt x="63765" y="140588"/>
                </a:lnTo>
                <a:close/>
                <a:moveTo>
                  <a:pt x="62605" y="150207"/>
                </a:moveTo>
                <a:lnTo>
                  <a:pt x="62605" y="141905"/>
                </a:lnTo>
                <a:lnTo>
                  <a:pt x="58877" y="146257"/>
                </a:lnTo>
                <a:cubicBezTo>
                  <a:pt x="59926" y="146569"/>
                  <a:pt x="61489" y="147507"/>
                  <a:pt x="62605" y="150207"/>
                </a:cubicBezTo>
                <a:close/>
                <a:moveTo>
                  <a:pt x="58833" y="144538"/>
                </a:moveTo>
                <a:lnTo>
                  <a:pt x="63922" y="138646"/>
                </a:lnTo>
                <a:cubicBezTo>
                  <a:pt x="66935" y="125813"/>
                  <a:pt x="53231" y="109587"/>
                  <a:pt x="51378" y="107444"/>
                </a:cubicBezTo>
                <a:lnTo>
                  <a:pt x="34148" y="110413"/>
                </a:lnTo>
                <a:cubicBezTo>
                  <a:pt x="48611" y="117956"/>
                  <a:pt x="57092" y="139673"/>
                  <a:pt x="58833" y="144538"/>
                </a:cubicBezTo>
                <a:close/>
                <a:moveTo>
                  <a:pt x="57985" y="145520"/>
                </a:moveTo>
                <a:cubicBezTo>
                  <a:pt x="56936" y="142552"/>
                  <a:pt x="47740" y="117599"/>
                  <a:pt x="32206" y="110747"/>
                </a:cubicBezTo>
                <a:lnTo>
                  <a:pt x="18480" y="113113"/>
                </a:lnTo>
                <a:cubicBezTo>
                  <a:pt x="25801" y="115970"/>
                  <a:pt x="50262" y="127486"/>
                  <a:pt x="51222" y="153376"/>
                </a:cubicBezTo>
                <a:close/>
                <a:moveTo>
                  <a:pt x="6673" y="115144"/>
                </a:moveTo>
                <a:cubicBezTo>
                  <a:pt x="11539" y="119251"/>
                  <a:pt x="32608" y="139159"/>
                  <a:pt x="31916" y="175785"/>
                </a:cubicBezTo>
                <a:lnTo>
                  <a:pt x="50128" y="154649"/>
                </a:lnTo>
                <a:cubicBezTo>
                  <a:pt x="49928" y="125165"/>
                  <a:pt x="18480" y="114251"/>
                  <a:pt x="16226" y="113515"/>
                </a:cubicBezTo>
                <a:close/>
                <a:moveTo>
                  <a:pt x="17253" y="112176"/>
                </a:moveTo>
                <a:lnTo>
                  <a:pt x="34840" y="109140"/>
                </a:lnTo>
                <a:lnTo>
                  <a:pt x="27586" y="91330"/>
                </a:lnTo>
                <a:lnTo>
                  <a:pt x="11829" y="89589"/>
                </a:lnTo>
                <a:cubicBezTo>
                  <a:pt x="21114" y="99789"/>
                  <a:pt x="18480" y="109140"/>
                  <a:pt x="17253" y="112176"/>
                </a:cubicBezTo>
                <a:close/>
                <a:moveTo>
                  <a:pt x="3214" y="87491"/>
                </a:moveTo>
                <a:lnTo>
                  <a:pt x="28725" y="90303"/>
                </a:lnTo>
                <a:cubicBezTo>
                  <a:pt x="52070" y="86598"/>
                  <a:pt x="55998" y="57762"/>
                  <a:pt x="56333" y="54861"/>
                </a:cubicBezTo>
                <a:lnTo>
                  <a:pt x="42518" y="40465"/>
                </a:lnTo>
                <a:cubicBezTo>
                  <a:pt x="33054" y="75149"/>
                  <a:pt x="11338" y="84991"/>
                  <a:pt x="3214" y="87491"/>
                </a:cubicBezTo>
                <a:close/>
                <a:moveTo>
                  <a:pt x="89678" y="12343"/>
                </a:moveTo>
                <a:cubicBezTo>
                  <a:pt x="80572" y="26917"/>
                  <a:pt x="70238" y="35555"/>
                  <a:pt x="58900" y="38010"/>
                </a:cubicBezTo>
                <a:cubicBezTo>
                  <a:pt x="56735" y="38501"/>
                  <a:pt x="54525" y="38724"/>
                  <a:pt x="52316" y="38724"/>
                </a:cubicBezTo>
                <a:cubicBezTo>
                  <a:pt x="48053" y="38724"/>
                  <a:pt x="43834" y="37831"/>
                  <a:pt x="39929" y="36113"/>
                </a:cubicBezTo>
                <a:lnTo>
                  <a:pt x="57159" y="54080"/>
                </a:lnTo>
                <a:cubicBezTo>
                  <a:pt x="75594" y="54035"/>
                  <a:pt x="90459" y="37206"/>
                  <a:pt x="92044" y="35332"/>
                </a:cubicBezTo>
                <a:close/>
                <a:moveTo>
                  <a:pt x="116773" y="33011"/>
                </a:moveTo>
                <a:cubicBezTo>
                  <a:pt x="102712" y="28971"/>
                  <a:pt x="94030" y="17744"/>
                  <a:pt x="90905" y="13035"/>
                </a:cubicBezTo>
                <a:lnTo>
                  <a:pt x="93182" y="35153"/>
                </a:lnTo>
                <a:cubicBezTo>
                  <a:pt x="96150" y="36760"/>
                  <a:pt x="125701" y="52383"/>
                  <a:pt x="137507" y="46647"/>
                </a:cubicBezTo>
                <a:lnTo>
                  <a:pt x="151613" y="27877"/>
                </a:lnTo>
                <a:cubicBezTo>
                  <a:pt x="139293" y="34372"/>
                  <a:pt x="127598" y="36113"/>
                  <a:pt x="116773" y="33011"/>
                </a:cubicBezTo>
                <a:close/>
                <a:moveTo>
                  <a:pt x="199376" y="34260"/>
                </a:moveTo>
                <a:cubicBezTo>
                  <a:pt x="191720" y="34260"/>
                  <a:pt x="183842" y="33122"/>
                  <a:pt x="177302" y="29752"/>
                </a:cubicBezTo>
                <a:cubicBezTo>
                  <a:pt x="170673" y="26315"/>
                  <a:pt x="166098" y="20936"/>
                  <a:pt x="163665" y="13772"/>
                </a:cubicBezTo>
                <a:lnTo>
                  <a:pt x="138846" y="46781"/>
                </a:lnTo>
                <a:cubicBezTo>
                  <a:pt x="140431" y="47228"/>
                  <a:pt x="144292" y="48210"/>
                  <a:pt x="149403" y="49214"/>
                </a:cubicBezTo>
                <a:cubicBezTo>
                  <a:pt x="168665" y="50509"/>
                  <a:pt x="192724" y="38032"/>
                  <a:pt x="199487" y="34260"/>
                </a:cubicBezTo>
                <a:cubicBezTo>
                  <a:pt x="199442" y="34260"/>
                  <a:pt x="199398" y="34260"/>
                  <a:pt x="199376" y="34260"/>
                </a:cubicBezTo>
                <a:close/>
                <a:moveTo>
                  <a:pt x="201853" y="34216"/>
                </a:moveTo>
                <a:cubicBezTo>
                  <a:pt x="200670" y="34930"/>
                  <a:pt x="176945" y="48857"/>
                  <a:pt x="155764" y="50308"/>
                </a:cubicBezTo>
                <a:cubicBezTo>
                  <a:pt x="166968" y="52026"/>
                  <a:pt x="181141" y="52919"/>
                  <a:pt x="190939" y="48969"/>
                </a:cubicBezTo>
                <a:lnTo>
                  <a:pt x="224931" y="30823"/>
                </a:lnTo>
                <a:cubicBezTo>
                  <a:pt x="219708" y="32140"/>
                  <a:pt x="211093" y="33948"/>
                  <a:pt x="201853" y="34216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2"/>
          <p:cNvSpPr/>
          <p:nvPr/>
        </p:nvSpPr>
        <p:spPr>
          <a:xfrm rot="5400000">
            <a:off x="3121759" y="3511069"/>
            <a:ext cx="1937187" cy="1326846"/>
          </a:xfrm>
          <a:custGeom>
            <a:avLst/>
            <a:gdLst/>
            <a:ahLst/>
            <a:cxnLst/>
            <a:rect l="l" t="t" r="r" b="b"/>
            <a:pathLst>
              <a:path w="285090" h="195268" extrusionOk="0">
                <a:moveTo>
                  <a:pt x="285089" y="0"/>
                </a:moveTo>
                <a:lnTo>
                  <a:pt x="285089" y="1156"/>
                </a:lnTo>
                <a:cubicBezTo>
                  <a:pt x="277678" y="6627"/>
                  <a:pt x="268224" y="13604"/>
                  <a:pt x="257200" y="21655"/>
                </a:cubicBezTo>
                <a:lnTo>
                  <a:pt x="243781" y="97087"/>
                </a:lnTo>
                <a:cubicBezTo>
                  <a:pt x="254330" y="102227"/>
                  <a:pt x="268595" y="95683"/>
                  <a:pt x="269916" y="95064"/>
                </a:cubicBezTo>
                <a:lnTo>
                  <a:pt x="285089" y="72789"/>
                </a:lnTo>
                <a:lnTo>
                  <a:pt x="285089" y="74420"/>
                </a:lnTo>
                <a:lnTo>
                  <a:pt x="270742" y="95456"/>
                </a:lnTo>
                <a:cubicBezTo>
                  <a:pt x="273612" y="101897"/>
                  <a:pt x="279227" y="110691"/>
                  <a:pt x="285089" y="119176"/>
                </a:cubicBezTo>
                <a:lnTo>
                  <a:pt x="285089" y="120786"/>
                </a:lnTo>
                <a:cubicBezTo>
                  <a:pt x="279082" y="112157"/>
                  <a:pt x="273219" y="103053"/>
                  <a:pt x="270143" y="96344"/>
                </a:cubicBezTo>
                <a:lnTo>
                  <a:pt x="255218" y="118267"/>
                </a:lnTo>
                <a:cubicBezTo>
                  <a:pt x="263083" y="123985"/>
                  <a:pt x="276357" y="125492"/>
                  <a:pt x="277761" y="125637"/>
                </a:cubicBezTo>
                <a:lnTo>
                  <a:pt x="285089" y="121921"/>
                </a:lnTo>
                <a:lnTo>
                  <a:pt x="285089" y="122953"/>
                </a:lnTo>
                <a:lnTo>
                  <a:pt x="278194" y="126463"/>
                </a:lnTo>
                <a:cubicBezTo>
                  <a:pt x="271547" y="138601"/>
                  <a:pt x="279536" y="164612"/>
                  <a:pt x="280300" y="167048"/>
                </a:cubicBezTo>
                <a:lnTo>
                  <a:pt x="285089" y="169030"/>
                </a:lnTo>
                <a:lnTo>
                  <a:pt x="285089" y="170041"/>
                </a:lnTo>
                <a:lnTo>
                  <a:pt x="280011" y="167915"/>
                </a:lnTo>
                <a:cubicBezTo>
                  <a:pt x="273901" y="172477"/>
                  <a:pt x="259883" y="188497"/>
                  <a:pt x="258005" y="190664"/>
                </a:cubicBezTo>
                <a:lnTo>
                  <a:pt x="260544" y="195268"/>
                </a:lnTo>
                <a:lnTo>
                  <a:pt x="259491" y="195268"/>
                </a:lnTo>
                <a:lnTo>
                  <a:pt x="257076" y="190891"/>
                </a:lnTo>
                <a:cubicBezTo>
                  <a:pt x="253752" y="187609"/>
                  <a:pt x="248571" y="184554"/>
                  <a:pt x="242687" y="181849"/>
                </a:cubicBezTo>
                <a:cubicBezTo>
                  <a:pt x="235751" y="181788"/>
                  <a:pt x="209389" y="186370"/>
                  <a:pt x="200698" y="187919"/>
                </a:cubicBezTo>
                <a:cubicBezTo>
                  <a:pt x="211990" y="189673"/>
                  <a:pt x="224541" y="192130"/>
                  <a:pt x="233377" y="195268"/>
                </a:cubicBezTo>
                <a:lnTo>
                  <a:pt x="230446" y="195268"/>
                </a:lnTo>
                <a:cubicBezTo>
                  <a:pt x="210772" y="189095"/>
                  <a:pt x="176648" y="185730"/>
                  <a:pt x="174150" y="185483"/>
                </a:cubicBezTo>
                <a:lnTo>
                  <a:pt x="158131" y="195268"/>
                </a:lnTo>
                <a:lnTo>
                  <a:pt x="156355" y="195268"/>
                </a:lnTo>
                <a:lnTo>
                  <a:pt x="173531" y="184781"/>
                </a:lnTo>
                <a:cubicBezTo>
                  <a:pt x="173345" y="183356"/>
                  <a:pt x="172664" y="181664"/>
                  <a:pt x="171652" y="179785"/>
                </a:cubicBezTo>
                <a:lnTo>
                  <a:pt x="171652" y="179785"/>
                </a:lnTo>
                <a:lnTo>
                  <a:pt x="171652" y="179785"/>
                </a:lnTo>
                <a:cubicBezTo>
                  <a:pt x="165748" y="168947"/>
                  <a:pt x="148490" y="152536"/>
                  <a:pt x="146818" y="150967"/>
                </a:cubicBezTo>
                <a:lnTo>
                  <a:pt x="132863" y="151318"/>
                </a:lnTo>
                <a:cubicBezTo>
                  <a:pt x="135485" y="155611"/>
                  <a:pt x="149047" y="178381"/>
                  <a:pt x="153321" y="195268"/>
                </a:cubicBezTo>
                <a:lnTo>
                  <a:pt x="152350" y="195268"/>
                </a:lnTo>
                <a:cubicBezTo>
                  <a:pt x="147829" y="177907"/>
                  <a:pt x="133358" y="153898"/>
                  <a:pt x="131810" y="151338"/>
                </a:cubicBezTo>
                <a:lnTo>
                  <a:pt x="98161" y="152185"/>
                </a:lnTo>
                <a:cubicBezTo>
                  <a:pt x="100659" y="155900"/>
                  <a:pt x="112859" y="174211"/>
                  <a:pt x="124481" y="195268"/>
                </a:cubicBezTo>
                <a:lnTo>
                  <a:pt x="123429" y="195268"/>
                </a:lnTo>
                <a:cubicBezTo>
                  <a:pt x="111228" y="173241"/>
                  <a:pt x="98491" y="154311"/>
                  <a:pt x="97067" y="152226"/>
                </a:cubicBezTo>
                <a:lnTo>
                  <a:pt x="70168" y="152907"/>
                </a:lnTo>
                <a:cubicBezTo>
                  <a:pt x="44941" y="169505"/>
                  <a:pt x="21387" y="184244"/>
                  <a:pt x="1879" y="195268"/>
                </a:cubicBezTo>
                <a:lnTo>
                  <a:pt x="0" y="195268"/>
                </a:lnTo>
                <a:cubicBezTo>
                  <a:pt x="80861" y="149914"/>
                  <a:pt x="233831" y="37943"/>
                  <a:pt x="285089" y="0"/>
                </a:cubicBezTo>
                <a:close/>
                <a:moveTo>
                  <a:pt x="256126" y="22440"/>
                </a:moveTo>
                <a:cubicBezTo>
                  <a:pt x="241634" y="33071"/>
                  <a:pt x="224521" y="45499"/>
                  <a:pt x="205900" y="58876"/>
                </a:cubicBezTo>
                <a:cubicBezTo>
                  <a:pt x="219690" y="73698"/>
                  <a:pt x="241552" y="82801"/>
                  <a:pt x="245144" y="84226"/>
                </a:cubicBezTo>
                <a:close/>
                <a:moveTo>
                  <a:pt x="244979" y="85155"/>
                </a:moveTo>
                <a:cubicBezTo>
                  <a:pt x="241882" y="83937"/>
                  <a:pt x="219277" y="74668"/>
                  <a:pt x="205157" y="59412"/>
                </a:cubicBezTo>
                <a:cubicBezTo>
                  <a:pt x="200760" y="62571"/>
                  <a:pt x="196280" y="65771"/>
                  <a:pt x="191718" y="69032"/>
                </a:cubicBezTo>
                <a:lnTo>
                  <a:pt x="202288" y="88478"/>
                </a:lnTo>
                <a:cubicBezTo>
                  <a:pt x="211887" y="93990"/>
                  <a:pt x="241139" y="89015"/>
                  <a:pt x="244401" y="88437"/>
                </a:cubicBezTo>
                <a:close/>
                <a:moveTo>
                  <a:pt x="244215" y="89387"/>
                </a:moveTo>
                <a:cubicBezTo>
                  <a:pt x="239673" y="90213"/>
                  <a:pt x="213704" y="94506"/>
                  <a:pt x="203051" y="89903"/>
                </a:cubicBezTo>
                <a:lnTo>
                  <a:pt x="207490" y="98098"/>
                </a:lnTo>
                <a:cubicBezTo>
                  <a:pt x="216903" y="106955"/>
                  <a:pt x="236763" y="112136"/>
                  <a:pt x="240045" y="112921"/>
                </a:cubicBezTo>
                <a:close/>
                <a:moveTo>
                  <a:pt x="259842" y="135794"/>
                </a:moveTo>
                <a:lnTo>
                  <a:pt x="248529" y="141533"/>
                </a:lnTo>
                <a:cubicBezTo>
                  <a:pt x="247043" y="145620"/>
                  <a:pt x="250449" y="153588"/>
                  <a:pt x="250986" y="154806"/>
                </a:cubicBezTo>
                <a:lnTo>
                  <a:pt x="267563" y="161722"/>
                </a:lnTo>
                <a:cubicBezTo>
                  <a:pt x="265437" y="157573"/>
                  <a:pt x="258542" y="143349"/>
                  <a:pt x="259842" y="135794"/>
                </a:cubicBezTo>
                <a:close/>
                <a:moveTo>
                  <a:pt x="222044" y="155178"/>
                </a:moveTo>
                <a:lnTo>
                  <a:pt x="232510" y="148799"/>
                </a:lnTo>
                <a:lnTo>
                  <a:pt x="219608" y="149129"/>
                </a:lnTo>
                <a:cubicBezTo>
                  <a:pt x="220784" y="150182"/>
                  <a:pt x="222436" y="152226"/>
                  <a:pt x="222044" y="155178"/>
                </a:cubicBezTo>
                <a:close/>
                <a:moveTo>
                  <a:pt x="247415" y="142090"/>
                </a:moveTo>
                <a:lnTo>
                  <a:pt x="235317" y="148262"/>
                </a:lnTo>
                <a:lnTo>
                  <a:pt x="249768" y="154290"/>
                </a:lnTo>
                <a:cubicBezTo>
                  <a:pt x="248777" y="151896"/>
                  <a:pt x="246610" y="146012"/>
                  <a:pt x="247415" y="142090"/>
                </a:cubicBezTo>
                <a:close/>
                <a:moveTo>
                  <a:pt x="235441" y="138746"/>
                </a:moveTo>
                <a:cubicBezTo>
                  <a:pt x="234223" y="139117"/>
                  <a:pt x="231787" y="139448"/>
                  <a:pt x="229042" y="137817"/>
                </a:cubicBezTo>
                <a:lnTo>
                  <a:pt x="233996" y="146921"/>
                </a:lnTo>
                <a:close/>
                <a:moveTo>
                  <a:pt x="235049" y="146260"/>
                </a:moveTo>
                <a:lnTo>
                  <a:pt x="240933" y="137590"/>
                </a:lnTo>
                <a:cubicBezTo>
                  <a:pt x="240189" y="136908"/>
                  <a:pt x="238311" y="135030"/>
                  <a:pt x="237382" y="133089"/>
                </a:cubicBezTo>
                <a:close/>
                <a:moveTo>
                  <a:pt x="227721" y="137301"/>
                </a:moveTo>
                <a:cubicBezTo>
                  <a:pt x="226833" y="139448"/>
                  <a:pt x="224273" y="144753"/>
                  <a:pt x="219773" y="148200"/>
                </a:cubicBezTo>
                <a:lnTo>
                  <a:pt x="233439" y="147849"/>
                </a:lnTo>
                <a:close/>
                <a:moveTo>
                  <a:pt x="228010" y="135917"/>
                </a:moveTo>
                <a:cubicBezTo>
                  <a:pt x="231560" y="139035"/>
                  <a:pt x="234801" y="138044"/>
                  <a:pt x="235627" y="137713"/>
                </a:cubicBezTo>
                <a:lnTo>
                  <a:pt x="236763" y="131355"/>
                </a:lnTo>
                <a:cubicBezTo>
                  <a:pt x="235049" y="131768"/>
                  <a:pt x="230590" y="132181"/>
                  <a:pt x="223778" y="128114"/>
                </a:cubicBezTo>
                <a:close/>
                <a:moveTo>
                  <a:pt x="236948" y="130344"/>
                </a:moveTo>
                <a:lnTo>
                  <a:pt x="238208" y="123222"/>
                </a:lnTo>
                <a:cubicBezTo>
                  <a:pt x="235627" y="123057"/>
                  <a:pt x="224335" y="121962"/>
                  <a:pt x="217192" y="115976"/>
                </a:cubicBezTo>
                <a:lnTo>
                  <a:pt x="222890" y="126463"/>
                </a:lnTo>
                <a:cubicBezTo>
                  <a:pt x="230941" y="131768"/>
                  <a:pt x="235895" y="130674"/>
                  <a:pt x="236948" y="130344"/>
                </a:cubicBezTo>
                <a:close/>
                <a:moveTo>
                  <a:pt x="237795" y="130757"/>
                </a:moveTo>
                <a:lnTo>
                  <a:pt x="237795" y="130757"/>
                </a:lnTo>
                <a:cubicBezTo>
                  <a:pt x="237464" y="132615"/>
                  <a:pt x="240045" y="135484"/>
                  <a:pt x="241469" y="136826"/>
                </a:cubicBezTo>
                <a:lnTo>
                  <a:pt x="248880" y="125926"/>
                </a:lnTo>
                <a:cubicBezTo>
                  <a:pt x="246816" y="126194"/>
                  <a:pt x="242316" y="126401"/>
                  <a:pt x="239054" y="123696"/>
                </a:cubicBezTo>
                <a:close/>
                <a:moveTo>
                  <a:pt x="241407" y="138560"/>
                </a:moveTo>
                <a:lnTo>
                  <a:pt x="235606" y="147065"/>
                </a:lnTo>
                <a:lnTo>
                  <a:pt x="246733" y="141409"/>
                </a:lnTo>
                <a:cubicBezTo>
                  <a:pt x="245041" y="141058"/>
                  <a:pt x="242336" y="140211"/>
                  <a:pt x="241407" y="138560"/>
                </a:cubicBezTo>
                <a:close/>
                <a:moveTo>
                  <a:pt x="235256" y="149233"/>
                </a:moveTo>
                <a:lnTo>
                  <a:pt x="243802" y="164798"/>
                </a:lnTo>
                <a:cubicBezTo>
                  <a:pt x="244566" y="162527"/>
                  <a:pt x="246589" y="157180"/>
                  <a:pt x="249582" y="155219"/>
                </a:cubicBezTo>
                <a:close/>
                <a:moveTo>
                  <a:pt x="234038" y="148944"/>
                </a:moveTo>
                <a:lnTo>
                  <a:pt x="222766" y="155818"/>
                </a:lnTo>
                <a:cubicBezTo>
                  <a:pt x="226172" y="156272"/>
                  <a:pt x="235359" y="157965"/>
                  <a:pt x="242109" y="163621"/>
                </a:cubicBezTo>
                <a:close/>
                <a:moveTo>
                  <a:pt x="227143" y="136248"/>
                </a:moveTo>
                <a:lnTo>
                  <a:pt x="222622" y="127928"/>
                </a:lnTo>
                <a:cubicBezTo>
                  <a:pt x="221300" y="131335"/>
                  <a:pt x="215974" y="142709"/>
                  <a:pt x="202411" y="148634"/>
                </a:cubicBezTo>
                <a:lnTo>
                  <a:pt x="218121" y="148242"/>
                </a:lnTo>
                <a:cubicBezTo>
                  <a:pt x="223778" y="144629"/>
                  <a:pt x="226688" y="137445"/>
                  <a:pt x="227143" y="136248"/>
                </a:cubicBezTo>
                <a:close/>
                <a:moveTo>
                  <a:pt x="222044" y="126834"/>
                </a:moveTo>
                <a:lnTo>
                  <a:pt x="215334" y="114469"/>
                </a:lnTo>
                <a:cubicBezTo>
                  <a:pt x="212878" y="119196"/>
                  <a:pt x="199707" y="143205"/>
                  <a:pt x="183770" y="149109"/>
                </a:cubicBezTo>
                <a:lnTo>
                  <a:pt x="199769" y="148696"/>
                </a:lnTo>
                <a:cubicBezTo>
                  <a:pt x="216222" y="142709"/>
                  <a:pt x="221466" y="128568"/>
                  <a:pt x="222044" y="126834"/>
                </a:cubicBezTo>
                <a:close/>
                <a:moveTo>
                  <a:pt x="215706" y="113230"/>
                </a:moveTo>
                <a:cubicBezTo>
                  <a:pt x="222209" y="120827"/>
                  <a:pt x="235875" y="122148"/>
                  <a:pt x="238373" y="122313"/>
                </a:cubicBezTo>
                <a:lnTo>
                  <a:pt x="239880" y="113829"/>
                </a:lnTo>
                <a:cubicBezTo>
                  <a:pt x="236907" y="113106"/>
                  <a:pt x="218885" y="108461"/>
                  <a:pt x="208728" y="100369"/>
                </a:cubicBezTo>
                <a:close/>
                <a:moveTo>
                  <a:pt x="239240" y="122623"/>
                </a:moveTo>
                <a:cubicBezTo>
                  <a:pt x="242790" y="126009"/>
                  <a:pt x="248591" y="125080"/>
                  <a:pt x="249603" y="124873"/>
                </a:cubicBezTo>
                <a:lnTo>
                  <a:pt x="253732" y="118825"/>
                </a:lnTo>
                <a:cubicBezTo>
                  <a:pt x="251089" y="118742"/>
                  <a:pt x="243224" y="118226"/>
                  <a:pt x="240623" y="114861"/>
                </a:cubicBezTo>
                <a:close/>
                <a:moveTo>
                  <a:pt x="242027" y="137631"/>
                </a:moveTo>
                <a:cubicBezTo>
                  <a:pt x="242419" y="139551"/>
                  <a:pt x="246382" y="140500"/>
                  <a:pt x="248075" y="140727"/>
                </a:cubicBezTo>
                <a:lnTo>
                  <a:pt x="259429" y="134968"/>
                </a:lnTo>
                <a:cubicBezTo>
                  <a:pt x="257592" y="134080"/>
                  <a:pt x="253422" y="131624"/>
                  <a:pt x="249871" y="126132"/>
                </a:cubicBezTo>
                <a:close/>
                <a:moveTo>
                  <a:pt x="250656" y="155673"/>
                </a:moveTo>
                <a:cubicBezTo>
                  <a:pt x="247167" y="157242"/>
                  <a:pt x="244772" y="164715"/>
                  <a:pt x="244421" y="165913"/>
                </a:cubicBezTo>
                <a:lnTo>
                  <a:pt x="250697" y="177370"/>
                </a:lnTo>
                <a:cubicBezTo>
                  <a:pt x="252555" y="174955"/>
                  <a:pt x="260069" y="165644"/>
                  <a:pt x="267315" y="162610"/>
                </a:cubicBezTo>
                <a:close/>
                <a:moveTo>
                  <a:pt x="243554" y="166243"/>
                </a:moveTo>
                <a:cubicBezTo>
                  <a:pt x="235937" y="158109"/>
                  <a:pt x="222931" y="156726"/>
                  <a:pt x="221486" y="156602"/>
                </a:cubicBezTo>
                <a:lnTo>
                  <a:pt x="216965" y="159369"/>
                </a:lnTo>
                <a:cubicBezTo>
                  <a:pt x="221342" y="161020"/>
                  <a:pt x="240231" y="168369"/>
                  <a:pt x="248715" y="175656"/>
                </a:cubicBezTo>
                <a:close/>
                <a:moveTo>
                  <a:pt x="220970" y="155839"/>
                </a:moveTo>
                <a:cubicBezTo>
                  <a:pt x="222023" y="151792"/>
                  <a:pt x="218761" y="149542"/>
                  <a:pt x="218142" y="149171"/>
                </a:cubicBezTo>
                <a:lnTo>
                  <a:pt x="202535" y="149563"/>
                </a:lnTo>
                <a:cubicBezTo>
                  <a:pt x="206602" y="150987"/>
                  <a:pt x="214178" y="154228"/>
                  <a:pt x="216139" y="158791"/>
                </a:cubicBezTo>
                <a:close/>
                <a:moveTo>
                  <a:pt x="199790" y="149625"/>
                </a:moveTo>
                <a:lnTo>
                  <a:pt x="182160" y="150079"/>
                </a:lnTo>
                <a:cubicBezTo>
                  <a:pt x="187176" y="152453"/>
                  <a:pt x="200677" y="159534"/>
                  <a:pt x="201978" y="167440"/>
                </a:cubicBezTo>
                <a:lnTo>
                  <a:pt x="215334" y="159265"/>
                </a:lnTo>
                <a:cubicBezTo>
                  <a:pt x="213105" y="153650"/>
                  <a:pt x="200781" y="149914"/>
                  <a:pt x="199790" y="149625"/>
                </a:cubicBezTo>
                <a:close/>
                <a:moveTo>
                  <a:pt x="214798" y="113499"/>
                </a:moveTo>
                <a:lnTo>
                  <a:pt x="213683" y="111434"/>
                </a:lnTo>
                <a:cubicBezTo>
                  <a:pt x="195186" y="143184"/>
                  <a:pt x="157656" y="147499"/>
                  <a:pt x="157284" y="147540"/>
                </a:cubicBezTo>
                <a:lnTo>
                  <a:pt x="157264" y="147540"/>
                </a:lnTo>
                <a:cubicBezTo>
                  <a:pt x="155096" y="148428"/>
                  <a:pt x="152846" y="149233"/>
                  <a:pt x="150513" y="149955"/>
                </a:cubicBezTo>
                <a:lnTo>
                  <a:pt x="180096" y="149212"/>
                </a:lnTo>
                <a:cubicBezTo>
                  <a:pt x="197767" y="145847"/>
                  <a:pt x="213415" y="116203"/>
                  <a:pt x="214798" y="113499"/>
                </a:cubicBezTo>
                <a:close/>
                <a:moveTo>
                  <a:pt x="213167" y="110485"/>
                </a:moveTo>
                <a:lnTo>
                  <a:pt x="207159" y="99420"/>
                </a:lnTo>
                <a:cubicBezTo>
                  <a:pt x="204827" y="104622"/>
                  <a:pt x="191202" y="132160"/>
                  <a:pt x="160794" y="146033"/>
                </a:cubicBezTo>
                <a:cubicBezTo>
                  <a:pt x="170682" y="144072"/>
                  <a:pt x="198345" y="136434"/>
                  <a:pt x="213167" y="110485"/>
                </a:cubicBezTo>
                <a:close/>
                <a:moveTo>
                  <a:pt x="268925" y="96509"/>
                </a:moveTo>
                <a:cubicBezTo>
                  <a:pt x="264776" y="98264"/>
                  <a:pt x="253030" y="102454"/>
                  <a:pt x="243616" y="98016"/>
                </a:cubicBezTo>
                <a:lnTo>
                  <a:pt x="240871" y="113437"/>
                </a:lnTo>
                <a:cubicBezTo>
                  <a:pt x="242357" y="117565"/>
                  <a:pt x="252658" y="117875"/>
                  <a:pt x="254351" y="117916"/>
                </a:cubicBezTo>
                <a:close/>
                <a:moveTo>
                  <a:pt x="254702" y="119031"/>
                </a:moveTo>
                <a:lnTo>
                  <a:pt x="250429" y="125286"/>
                </a:lnTo>
                <a:cubicBezTo>
                  <a:pt x="254454" y="131727"/>
                  <a:pt x="259512" y="134039"/>
                  <a:pt x="260482" y="134431"/>
                </a:cubicBezTo>
                <a:lnTo>
                  <a:pt x="276275" y="126401"/>
                </a:lnTo>
                <a:cubicBezTo>
                  <a:pt x="272332" y="125864"/>
                  <a:pt x="261638" y="124068"/>
                  <a:pt x="254702" y="119031"/>
                </a:cubicBezTo>
                <a:close/>
                <a:moveTo>
                  <a:pt x="276832" y="127144"/>
                </a:moveTo>
                <a:lnTo>
                  <a:pt x="260895" y="135236"/>
                </a:lnTo>
                <a:cubicBezTo>
                  <a:pt x="259533" y="140273"/>
                  <a:pt x="263001" y="149584"/>
                  <a:pt x="265808" y="155900"/>
                </a:cubicBezTo>
                <a:cubicBezTo>
                  <a:pt x="269276" y="147168"/>
                  <a:pt x="274540" y="136991"/>
                  <a:pt x="274602" y="136867"/>
                </a:cubicBezTo>
                <a:cubicBezTo>
                  <a:pt x="274623" y="136826"/>
                  <a:pt x="274664" y="136785"/>
                  <a:pt x="274706" y="136743"/>
                </a:cubicBezTo>
                <a:cubicBezTo>
                  <a:pt x="274933" y="133234"/>
                  <a:pt x="275573" y="129931"/>
                  <a:pt x="276832" y="127144"/>
                </a:cubicBezTo>
                <a:close/>
                <a:moveTo>
                  <a:pt x="274623" y="138849"/>
                </a:moveTo>
                <a:cubicBezTo>
                  <a:pt x="272951" y="142172"/>
                  <a:pt x="268987" y="150203"/>
                  <a:pt x="266345" y="157057"/>
                </a:cubicBezTo>
                <a:cubicBezTo>
                  <a:pt x="267584" y="159781"/>
                  <a:pt x="268616" y="161763"/>
                  <a:pt x="268884" y="162279"/>
                </a:cubicBezTo>
                <a:lnTo>
                  <a:pt x="279206" y="166573"/>
                </a:lnTo>
                <a:cubicBezTo>
                  <a:pt x="278091" y="163002"/>
                  <a:pt x="274437" y="150244"/>
                  <a:pt x="274623" y="138849"/>
                </a:cubicBezTo>
                <a:close/>
                <a:moveTo>
                  <a:pt x="257530" y="189818"/>
                </a:moveTo>
                <a:cubicBezTo>
                  <a:pt x="260069" y="186887"/>
                  <a:pt x="272786" y="172415"/>
                  <a:pt x="279020" y="167502"/>
                </a:cubicBezTo>
                <a:lnTo>
                  <a:pt x="268533" y="163126"/>
                </a:lnTo>
                <a:cubicBezTo>
                  <a:pt x="260978" y="165706"/>
                  <a:pt x="252493" y="176544"/>
                  <a:pt x="251192" y="178258"/>
                </a:cubicBezTo>
                <a:close/>
                <a:moveTo>
                  <a:pt x="255755" y="188497"/>
                </a:moveTo>
                <a:lnTo>
                  <a:pt x="250263" y="178485"/>
                </a:lnTo>
                <a:cubicBezTo>
                  <a:pt x="243369" y="170310"/>
                  <a:pt x="218390" y="160876"/>
                  <a:pt x="215954" y="159967"/>
                </a:cubicBezTo>
                <a:lnTo>
                  <a:pt x="202824" y="167998"/>
                </a:lnTo>
                <a:cubicBezTo>
                  <a:pt x="209368" y="169484"/>
                  <a:pt x="242006" y="177287"/>
                  <a:pt x="255755" y="188497"/>
                </a:cubicBezTo>
                <a:close/>
                <a:moveTo>
                  <a:pt x="197890" y="187485"/>
                </a:moveTo>
                <a:cubicBezTo>
                  <a:pt x="200388" y="187031"/>
                  <a:pt x="230177" y="181622"/>
                  <a:pt x="240767" y="180982"/>
                </a:cubicBezTo>
                <a:cubicBezTo>
                  <a:pt x="224438" y="173819"/>
                  <a:pt x="203815" y="169154"/>
                  <a:pt x="201689" y="168679"/>
                </a:cubicBezTo>
                <a:lnTo>
                  <a:pt x="175471" y="184698"/>
                </a:lnTo>
                <a:cubicBezTo>
                  <a:pt x="178816" y="185029"/>
                  <a:pt x="187631" y="185958"/>
                  <a:pt x="197890" y="187485"/>
                </a:cubicBezTo>
                <a:close/>
                <a:moveTo>
                  <a:pt x="174377" y="184265"/>
                </a:moveTo>
                <a:lnTo>
                  <a:pt x="201111" y="167956"/>
                </a:lnTo>
                <a:cubicBezTo>
                  <a:pt x="200533" y="162589"/>
                  <a:pt x="193431" y="157387"/>
                  <a:pt x="187610" y="154001"/>
                </a:cubicBezTo>
                <a:cubicBezTo>
                  <a:pt x="187197" y="157614"/>
                  <a:pt x="184678" y="173757"/>
                  <a:pt x="172685" y="179785"/>
                </a:cubicBezTo>
                <a:cubicBezTo>
                  <a:pt x="173531" y="181416"/>
                  <a:pt x="174130" y="182944"/>
                  <a:pt x="174377" y="184265"/>
                </a:cubicBezTo>
                <a:close/>
                <a:moveTo>
                  <a:pt x="172251" y="178980"/>
                </a:moveTo>
                <a:cubicBezTo>
                  <a:pt x="184389" y="172890"/>
                  <a:pt x="186495" y="155921"/>
                  <a:pt x="186743" y="153506"/>
                </a:cubicBezTo>
                <a:cubicBezTo>
                  <a:pt x="183357" y="151586"/>
                  <a:pt x="180570" y="150347"/>
                  <a:pt x="180054" y="150120"/>
                </a:cubicBezTo>
                <a:lnTo>
                  <a:pt x="148119" y="150925"/>
                </a:lnTo>
                <a:cubicBezTo>
                  <a:pt x="151793" y="154435"/>
                  <a:pt x="166533" y="168741"/>
                  <a:pt x="172251" y="178980"/>
                </a:cubicBezTo>
                <a:close/>
                <a:moveTo>
                  <a:pt x="146921" y="150038"/>
                </a:moveTo>
                <a:cubicBezTo>
                  <a:pt x="188539" y="138952"/>
                  <a:pt x="205322" y="101422"/>
                  <a:pt x="206602" y="98408"/>
                </a:cubicBezTo>
                <a:lnTo>
                  <a:pt x="201813" y="89573"/>
                </a:lnTo>
                <a:cubicBezTo>
                  <a:pt x="196239" y="94857"/>
                  <a:pt x="146384" y="142049"/>
                  <a:pt x="133792" y="150368"/>
                </a:cubicBezTo>
                <a:close/>
                <a:moveTo>
                  <a:pt x="131934" y="150409"/>
                </a:moveTo>
                <a:cubicBezTo>
                  <a:pt x="141347" y="145537"/>
                  <a:pt x="197127" y="92752"/>
                  <a:pt x="201359" y="88726"/>
                </a:cubicBezTo>
                <a:lnTo>
                  <a:pt x="190975" y="69569"/>
                </a:lnTo>
                <a:cubicBezTo>
                  <a:pt x="152990" y="96674"/>
                  <a:pt x="110382" y="126421"/>
                  <a:pt x="71613" y="15193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42"/>
          <p:cNvSpPr txBox="1">
            <a:spLocks noGrp="1"/>
          </p:cNvSpPr>
          <p:nvPr>
            <p:ph type="title"/>
          </p:nvPr>
        </p:nvSpPr>
        <p:spPr>
          <a:xfrm>
            <a:off x="4154225" y="539500"/>
            <a:ext cx="4276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1" i="0" dirty="0">
                <a:effectLst/>
                <a:latin typeface="Fontdiner Swanky" panose="020B0604020202020204" charset="0"/>
              </a:rPr>
              <a:t>Influência Cristã na Evolução do Halloween</a:t>
            </a:r>
            <a:endParaRPr sz="2400" dirty="0">
              <a:latin typeface="Fontdiner Swanky" panose="020B0604020202020204" charset="0"/>
            </a:endParaRPr>
          </a:p>
        </p:txBody>
      </p:sp>
      <p:sp>
        <p:nvSpPr>
          <p:cNvPr id="398" name="Google Shape;398;p42"/>
          <p:cNvSpPr txBox="1">
            <a:spLocks noGrp="1"/>
          </p:cNvSpPr>
          <p:nvPr>
            <p:ph type="subTitle" idx="1"/>
          </p:nvPr>
        </p:nvSpPr>
        <p:spPr>
          <a:xfrm>
            <a:off x="4399083" y="1863405"/>
            <a:ext cx="4276499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Como o cristianismo influenciou a adaptação do Halloween.</a:t>
            </a:r>
          </a:p>
          <a:p>
            <a:pPr marL="425450" indent="-285750"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A apropriação de características do Samhain pela Igreja Católica.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O estabelecimento do Dia de Todos os Santos e o </a:t>
            </a:r>
            <a:r>
              <a:rPr lang="pt-BR" sz="1600" b="0" i="0" dirty="0" err="1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Allhallowtide</a:t>
            </a: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400" name="Google Shape;400;p42"/>
          <p:cNvSpPr txBox="1">
            <a:spLocks noGrp="1"/>
          </p:cNvSpPr>
          <p:nvPr>
            <p:ph type="subTitle" idx="3"/>
          </p:nvPr>
        </p:nvSpPr>
        <p:spPr>
          <a:xfrm>
            <a:off x="9441627" y="4174492"/>
            <a:ext cx="13983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1" name="Google Shape;401;p42"/>
          <p:cNvSpPr txBox="1">
            <a:spLocks noGrp="1"/>
          </p:cNvSpPr>
          <p:nvPr>
            <p:ph type="subTitle" idx="4"/>
          </p:nvPr>
        </p:nvSpPr>
        <p:spPr>
          <a:xfrm>
            <a:off x="9277947" y="3548285"/>
            <a:ext cx="1398300" cy="3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2" name="Google Shape;402;p42"/>
          <p:cNvSpPr txBox="1">
            <a:spLocks noGrp="1"/>
          </p:cNvSpPr>
          <p:nvPr>
            <p:ph type="subTitle" idx="5"/>
          </p:nvPr>
        </p:nvSpPr>
        <p:spPr>
          <a:xfrm>
            <a:off x="9441627" y="2330461"/>
            <a:ext cx="13983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3" name="Google Shape;403;p42"/>
          <p:cNvSpPr txBox="1">
            <a:spLocks noGrp="1"/>
          </p:cNvSpPr>
          <p:nvPr>
            <p:ph type="subTitle" idx="6"/>
          </p:nvPr>
        </p:nvSpPr>
        <p:spPr>
          <a:xfrm>
            <a:off x="9277947" y="3207123"/>
            <a:ext cx="1398300" cy="3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Jupiter</a:t>
            </a:r>
            <a:endParaRPr dirty="0"/>
          </a:p>
        </p:txBody>
      </p:sp>
      <p:sp>
        <p:nvSpPr>
          <p:cNvPr id="404" name="Google Shape;404;p42"/>
          <p:cNvSpPr txBox="1">
            <a:spLocks noGrp="1"/>
          </p:cNvSpPr>
          <p:nvPr>
            <p:ph type="subTitle" idx="7"/>
          </p:nvPr>
        </p:nvSpPr>
        <p:spPr>
          <a:xfrm>
            <a:off x="5794192" y="5143086"/>
            <a:ext cx="13983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5" name="Google Shape;405;p42"/>
          <p:cNvSpPr txBox="1">
            <a:spLocks noGrp="1"/>
          </p:cNvSpPr>
          <p:nvPr>
            <p:ph type="subTitle" idx="8"/>
          </p:nvPr>
        </p:nvSpPr>
        <p:spPr>
          <a:xfrm>
            <a:off x="4154225" y="5326947"/>
            <a:ext cx="1398300" cy="3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06" name="Google Shape;406;p4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-50"/>
            <a:ext cx="34268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2"/>
          <p:cNvSpPr/>
          <p:nvPr/>
        </p:nvSpPr>
        <p:spPr>
          <a:xfrm>
            <a:off x="3273455" y="-550076"/>
            <a:ext cx="365250" cy="6296575"/>
          </a:xfrm>
          <a:custGeom>
            <a:avLst/>
            <a:gdLst/>
            <a:ahLst/>
            <a:cxnLst/>
            <a:rect l="l" t="t" r="r" b="b"/>
            <a:pathLst>
              <a:path w="14610" h="251863" extrusionOk="0">
                <a:moveTo>
                  <a:pt x="14555" y="0"/>
                </a:moveTo>
                <a:cubicBezTo>
                  <a:pt x="13730" y="-29"/>
                  <a:pt x="2621" y="24522"/>
                  <a:pt x="1031" y="54433"/>
                </a:cubicBezTo>
                <a:cubicBezTo>
                  <a:pt x="-559" y="84344"/>
                  <a:pt x="5172" y="146563"/>
                  <a:pt x="5013" y="179464"/>
                </a:cubicBezTo>
                <a:cubicBezTo>
                  <a:pt x="4854" y="212365"/>
                  <a:pt x="-713" y="250825"/>
                  <a:pt x="77" y="251841"/>
                </a:cubicBezTo>
                <a:cubicBezTo>
                  <a:pt x="867" y="252857"/>
                  <a:pt x="8771" y="218430"/>
                  <a:pt x="9755" y="185558"/>
                </a:cubicBezTo>
                <a:cubicBezTo>
                  <a:pt x="10739" y="152686"/>
                  <a:pt x="5181" y="85534"/>
                  <a:pt x="5981" y="54608"/>
                </a:cubicBezTo>
                <a:cubicBezTo>
                  <a:pt x="6781" y="23682"/>
                  <a:pt x="15380" y="29"/>
                  <a:pt x="14555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8" name="Google Shape;408;p42"/>
          <p:cNvSpPr/>
          <p:nvPr/>
        </p:nvSpPr>
        <p:spPr>
          <a:xfrm flipH="1">
            <a:off x="8331548" y="138515"/>
            <a:ext cx="734035" cy="571921"/>
          </a:xfrm>
          <a:custGeom>
            <a:avLst/>
            <a:gdLst/>
            <a:ahLst/>
            <a:cxnLst/>
            <a:rect l="l" t="t" r="r" b="b"/>
            <a:pathLst>
              <a:path w="281509" h="219337" extrusionOk="0">
                <a:moveTo>
                  <a:pt x="128587" y="116910"/>
                </a:moveTo>
                <a:cubicBezTo>
                  <a:pt x="139286" y="88792"/>
                  <a:pt x="158858" y="111300"/>
                  <a:pt x="158858" y="111300"/>
                </a:cubicBezTo>
                <a:cubicBezTo>
                  <a:pt x="164338" y="91337"/>
                  <a:pt x="180257" y="106864"/>
                  <a:pt x="180257" y="106864"/>
                </a:cubicBezTo>
                <a:cubicBezTo>
                  <a:pt x="180192" y="95120"/>
                  <a:pt x="192391" y="99752"/>
                  <a:pt x="192391" y="99752"/>
                </a:cubicBezTo>
                <a:cubicBezTo>
                  <a:pt x="189651" y="95838"/>
                  <a:pt x="190043" y="91597"/>
                  <a:pt x="190630" y="88335"/>
                </a:cubicBezTo>
                <a:cubicBezTo>
                  <a:pt x="193435" y="90619"/>
                  <a:pt x="199502" y="91402"/>
                  <a:pt x="203743" y="88923"/>
                </a:cubicBezTo>
                <a:cubicBezTo>
                  <a:pt x="207918" y="86444"/>
                  <a:pt x="210202" y="80768"/>
                  <a:pt x="209549" y="77179"/>
                </a:cubicBezTo>
                <a:cubicBezTo>
                  <a:pt x="212746" y="78223"/>
                  <a:pt x="216595" y="79985"/>
                  <a:pt x="218683" y="84291"/>
                </a:cubicBezTo>
                <a:cubicBezTo>
                  <a:pt x="218683" y="84291"/>
                  <a:pt x="220575" y="71373"/>
                  <a:pt x="230817" y="77114"/>
                </a:cubicBezTo>
                <a:cubicBezTo>
                  <a:pt x="230817" y="77114"/>
                  <a:pt x="224946" y="55650"/>
                  <a:pt x="245105" y="60543"/>
                </a:cubicBezTo>
                <a:cubicBezTo>
                  <a:pt x="245105" y="60543"/>
                  <a:pt x="234928" y="32490"/>
                  <a:pt x="264677" y="36796"/>
                </a:cubicBezTo>
                <a:cubicBezTo>
                  <a:pt x="264677" y="36796"/>
                  <a:pt x="252477" y="19899"/>
                  <a:pt x="281509" y="14615"/>
                </a:cubicBezTo>
                <a:cubicBezTo>
                  <a:pt x="281509" y="14615"/>
                  <a:pt x="253912" y="1"/>
                  <a:pt x="207266" y="40189"/>
                </a:cubicBezTo>
                <a:cubicBezTo>
                  <a:pt x="208571" y="47952"/>
                  <a:pt x="206679" y="55911"/>
                  <a:pt x="202047" y="62240"/>
                </a:cubicBezTo>
                <a:cubicBezTo>
                  <a:pt x="201786" y="61652"/>
                  <a:pt x="201460" y="61065"/>
                  <a:pt x="201068" y="60543"/>
                </a:cubicBezTo>
                <a:cubicBezTo>
                  <a:pt x="200351" y="59695"/>
                  <a:pt x="200155" y="58521"/>
                  <a:pt x="200481" y="57477"/>
                </a:cubicBezTo>
                <a:cubicBezTo>
                  <a:pt x="196958" y="59173"/>
                  <a:pt x="196567" y="62762"/>
                  <a:pt x="196567" y="64523"/>
                </a:cubicBezTo>
                <a:cubicBezTo>
                  <a:pt x="192326" y="65241"/>
                  <a:pt x="188542" y="67459"/>
                  <a:pt x="185933" y="70786"/>
                </a:cubicBezTo>
                <a:cubicBezTo>
                  <a:pt x="184367" y="69938"/>
                  <a:pt x="181040" y="68568"/>
                  <a:pt x="177843" y="70786"/>
                </a:cubicBezTo>
                <a:cubicBezTo>
                  <a:pt x="178887" y="70982"/>
                  <a:pt x="179800" y="71765"/>
                  <a:pt x="180192" y="72808"/>
                </a:cubicBezTo>
                <a:cubicBezTo>
                  <a:pt x="180518" y="73396"/>
                  <a:pt x="180844" y="73983"/>
                  <a:pt x="181235" y="74505"/>
                </a:cubicBezTo>
                <a:cubicBezTo>
                  <a:pt x="173407" y="75483"/>
                  <a:pt x="165578" y="73265"/>
                  <a:pt x="159445" y="68307"/>
                </a:cubicBezTo>
                <a:cubicBezTo>
                  <a:pt x="101708" y="89640"/>
                  <a:pt x="100991" y="120890"/>
                  <a:pt x="100991" y="120890"/>
                </a:cubicBezTo>
                <a:cubicBezTo>
                  <a:pt x="119780" y="98056"/>
                  <a:pt x="128587" y="116910"/>
                  <a:pt x="128587" y="116910"/>
                </a:cubicBezTo>
                <a:close/>
                <a:moveTo>
                  <a:pt x="18985" y="196177"/>
                </a:moveTo>
                <a:cubicBezTo>
                  <a:pt x="38687" y="183781"/>
                  <a:pt x="40318" y="206876"/>
                  <a:pt x="40318" y="206876"/>
                </a:cubicBezTo>
                <a:cubicBezTo>
                  <a:pt x="53040" y="197025"/>
                  <a:pt x="55649" y="214183"/>
                  <a:pt x="55649" y="214183"/>
                </a:cubicBezTo>
                <a:cubicBezTo>
                  <a:pt x="61129" y="206811"/>
                  <a:pt x="66544" y="215422"/>
                  <a:pt x="66544" y="215422"/>
                </a:cubicBezTo>
                <a:cubicBezTo>
                  <a:pt x="66675" y="211704"/>
                  <a:pt x="68828" y="209225"/>
                  <a:pt x="70785" y="207463"/>
                </a:cubicBezTo>
                <a:cubicBezTo>
                  <a:pt x="71437" y="210269"/>
                  <a:pt x="74830" y="213531"/>
                  <a:pt x="78614" y="213987"/>
                </a:cubicBezTo>
                <a:cubicBezTo>
                  <a:pt x="82332" y="214379"/>
                  <a:pt x="86442" y="211965"/>
                  <a:pt x="87682" y="209420"/>
                </a:cubicBezTo>
                <a:cubicBezTo>
                  <a:pt x="89182" y="211573"/>
                  <a:pt x="90748" y="214444"/>
                  <a:pt x="90031" y="218097"/>
                </a:cubicBezTo>
                <a:cubicBezTo>
                  <a:pt x="90031" y="218097"/>
                  <a:pt x="97272" y="210986"/>
                  <a:pt x="100860" y="219337"/>
                </a:cubicBezTo>
                <a:cubicBezTo>
                  <a:pt x="100860" y="219337"/>
                  <a:pt x="107319" y="203288"/>
                  <a:pt x="117496" y="215749"/>
                </a:cubicBezTo>
                <a:cubicBezTo>
                  <a:pt x="117496" y="215749"/>
                  <a:pt x="124281" y="193632"/>
                  <a:pt x="140722" y="210203"/>
                </a:cubicBezTo>
                <a:cubicBezTo>
                  <a:pt x="140722" y="210203"/>
                  <a:pt x="141048" y="194024"/>
                  <a:pt x="161533" y="204332"/>
                </a:cubicBezTo>
                <a:cubicBezTo>
                  <a:pt x="161533" y="204332"/>
                  <a:pt x="151225" y="182346"/>
                  <a:pt x="103535" y="185412"/>
                </a:cubicBezTo>
                <a:cubicBezTo>
                  <a:pt x="100730" y="190827"/>
                  <a:pt x="95902" y="194872"/>
                  <a:pt x="90031" y="196633"/>
                </a:cubicBezTo>
                <a:cubicBezTo>
                  <a:pt x="90161" y="196177"/>
                  <a:pt x="90226" y="195655"/>
                  <a:pt x="90226" y="195133"/>
                </a:cubicBezTo>
                <a:cubicBezTo>
                  <a:pt x="90161" y="194285"/>
                  <a:pt x="90552" y="193437"/>
                  <a:pt x="91270" y="192980"/>
                </a:cubicBezTo>
                <a:cubicBezTo>
                  <a:pt x="89052" y="192589"/>
                  <a:pt x="86769" y="193632"/>
                  <a:pt x="85529" y="195524"/>
                </a:cubicBezTo>
                <a:cubicBezTo>
                  <a:pt x="82593" y="193959"/>
                  <a:pt x="79201" y="193567"/>
                  <a:pt x="76004" y="194415"/>
                </a:cubicBezTo>
                <a:cubicBezTo>
                  <a:pt x="75482" y="193176"/>
                  <a:pt x="74047" y="190762"/>
                  <a:pt x="70981" y="190631"/>
                </a:cubicBezTo>
                <a:cubicBezTo>
                  <a:pt x="71568" y="191284"/>
                  <a:pt x="71763" y="192197"/>
                  <a:pt x="71568" y="192980"/>
                </a:cubicBezTo>
                <a:cubicBezTo>
                  <a:pt x="71437" y="193502"/>
                  <a:pt x="71372" y="194024"/>
                  <a:pt x="71372" y="194546"/>
                </a:cubicBezTo>
                <a:cubicBezTo>
                  <a:pt x="66088" y="191479"/>
                  <a:pt x="62239" y="186391"/>
                  <a:pt x="60738" y="180519"/>
                </a:cubicBezTo>
                <a:cubicBezTo>
                  <a:pt x="15005" y="166688"/>
                  <a:pt x="0" y="185738"/>
                  <a:pt x="0" y="185738"/>
                </a:cubicBezTo>
                <a:cubicBezTo>
                  <a:pt x="22312" y="180324"/>
                  <a:pt x="18985" y="196177"/>
                  <a:pt x="18985" y="19617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801BB4-EE1F-F803-295E-A3715E18636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9441627" y="1677625"/>
            <a:ext cx="1398300" cy="372000"/>
          </a:xfrm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49272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i="0" dirty="0">
                <a:effectLst/>
                <a:latin typeface="Fontdiner Swanky" panose="020B0604020202020204" charset="0"/>
              </a:rPr>
              <a:t>O Halloween nos Estados Unidos</a:t>
            </a:r>
            <a:endParaRPr sz="3200" dirty="0">
              <a:latin typeface="Fontdiner Swanky" panose="020B0604020202020204" charset="0"/>
            </a:endParaRPr>
          </a:p>
        </p:txBody>
      </p:sp>
      <p:sp>
        <p:nvSpPr>
          <p:cNvPr id="469" name="Google Shape;469;p46"/>
          <p:cNvSpPr txBox="1">
            <a:spLocks noGrp="1"/>
          </p:cNvSpPr>
          <p:nvPr>
            <p:ph type="body" idx="1"/>
          </p:nvPr>
        </p:nvSpPr>
        <p:spPr>
          <a:xfrm>
            <a:off x="713225" y="1962662"/>
            <a:ext cx="4631100" cy="24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Chegada do Halloween aos EUA no século XIX com a migração de irlandeses.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Transformação em uma das maiores festas dos Estados Unidos.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Estatísticas atuais: cerca de 170 milhões de participantes e bilhões de dólares gastos.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</a:endParaRPr>
          </a:p>
        </p:txBody>
      </p:sp>
      <p:pic>
        <p:nvPicPr>
          <p:cNvPr id="470" name="Google Shape;470;p4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906" b="4906"/>
          <a:stretch/>
        </p:blipFill>
        <p:spPr>
          <a:xfrm>
            <a:off x="5344325" y="25"/>
            <a:ext cx="3799800" cy="5143500"/>
          </a:xfrm>
          <a:prstGeom prst="rect">
            <a:avLst/>
          </a:prstGeom>
        </p:spPr>
      </p:pic>
      <p:sp>
        <p:nvSpPr>
          <p:cNvPr id="471" name="Google Shape;471;p46"/>
          <p:cNvSpPr/>
          <p:nvPr/>
        </p:nvSpPr>
        <p:spPr>
          <a:xfrm flipH="1">
            <a:off x="5275180" y="-500313"/>
            <a:ext cx="365250" cy="6296575"/>
          </a:xfrm>
          <a:custGeom>
            <a:avLst/>
            <a:gdLst/>
            <a:ahLst/>
            <a:cxnLst/>
            <a:rect l="l" t="t" r="r" b="b"/>
            <a:pathLst>
              <a:path w="14610" h="251863" extrusionOk="0">
                <a:moveTo>
                  <a:pt x="14555" y="0"/>
                </a:moveTo>
                <a:cubicBezTo>
                  <a:pt x="13730" y="-29"/>
                  <a:pt x="2621" y="24522"/>
                  <a:pt x="1031" y="54433"/>
                </a:cubicBezTo>
                <a:cubicBezTo>
                  <a:pt x="-559" y="84344"/>
                  <a:pt x="5172" y="146563"/>
                  <a:pt x="5013" y="179464"/>
                </a:cubicBezTo>
                <a:cubicBezTo>
                  <a:pt x="4854" y="212365"/>
                  <a:pt x="-713" y="250825"/>
                  <a:pt x="77" y="251841"/>
                </a:cubicBezTo>
                <a:cubicBezTo>
                  <a:pt x="867" y="252857"/>
                  <a:pt x="8771" y="218430"/>
                  <a:pt x="9755" y="185558"/>
                </a:cubicBezTo>
                <a:cubicBezTo>
                  <a:pt x="10739" y="152686"/>
                  <a:pt x="5181" y="85534"/>
                  <a:pt x="5981" y="54608"/>
                </a:cubicBezTo>
                <a:cubicBezTo>
                  <a:pt x="6781" y="23682"/>
                  <a:pt x="15380" y="29"/>
                  <a:pt x="14555" y="0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6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8711" r="8719"/>
          <a:stretch/>
        </p:blipFill>
        <p:spPr>
          <a:xfrm>
            <a:off x="0" y="0"/>
            <a:ext cx="2829600" cy="5143500"/>
          </a:xfrm>
          <a:prstGeom prst="rect">
            <a:avLst/>
          </a:prstGeom>
        </p:spPr>
      </p:pic>
      <p:sp>
        <p:nvSpPr>
          <p:cNvPr id="947" name="Google Shape;947;p64"/>
          <p:cNvSpPr txBox="1">
            <a:spLocks noGrp="1"/>
          </p:cNvSpPr>
          <p:nvPr>
            <p:ph type="title"/>
          </p:nvPr>
        </p:nvSpPr>
        <p:spPr>
          <a:xfrm>
            <a:off x="3493074" y="342431"/>
            <a:ext cx="5081054" cy="11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i="0" dirty="0">
                <a:effectLst/>
                <a:latin typeface="Fontdiner Swanky" panose="020B0604020202020204" charset="0"/>
              </a:rPr>
              <a:t>Tradições do Halloween</a:t>
            </a:r>
            <a:endParaRPr sz="3600" dirty="0">
              <a:latin typeface="Fontdiner Swanky" panose="020B0604020202020204" charset="0"/>
            </a:endParaRPr>
          </a:p>
        </p:txBody>
      </p:sp>
      <p:sp>
        <p:nvSpPr>
          <p:cNvPr id="948" name="Google Shape;948;p64"/>
          <p:cNvSpPr txBox="1">
            <a:spLocks noGrp="1"/>
          </p:cNvSpPr>
          <p:nvPr>
            <p:ph type="subTitle" idx="1"/>
          </p:nvPr>
        </p:nvSpPr>
        <p:spPr>
          <a:xfrm>
            <a:off x="9496806" y="2375338"/>
            <a:ext cx="1139663" cy="117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1800" dirty="0">
              <a:solidFill>
                <a:schemeClr val="accent1"/>
              </a:solidFill>
              <a:latin typeface="Fontdiner Swanky"/>
              <a:ea typeface="Fontdiner Swanky"/>
              <a:cs typeface="Fontdiner Swanky"/>
              <a:sym typeface="Fontdiner Swanky"/>
            </a:endParaRPr>
          </a:p>
        </p:txBody>
      </p:sp>
      <p:sp>
        <p:nvSpPr>
          <p:cNvPr id="949" name="Google Shape;949;p64"/>
          <p:cNvSpPr txBox="1">
            <a:spLocks noGrp="1"/>
          </p:cNvSpPr>
          <p:nvPr>
            <p:ph type="subTitle" idx="1"/>
          </p:nvPr>
        </p:nvSpPr>
        <p:spPr>
          <a:xfrm>
            <a:off x="4027405" y="1856891"/>
            <a:ext cx="4455800" cy="47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lang="pt-BR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O conceito de "doces ou travessuras" e seu vínculo com a antiga tradição celta.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O "bolo da alma" e sua conexão com acalmar os espíritos.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Origem da tradição da vela na abóbora e a história de "Jack da Lanterna."</a:t>
            </a: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63" name="Google Shape;963;p64"/>
          <p:cNvSpPr/>
          <p:nvPr/>
        </p:nvSpPr>
        <p:spPr>
          <a:xfrm flipH="1">
            <a:off x="-350" y="0"/>
            <a:ext cx="2868175" cy="2158940"/>
          </a:xfrm>
          <a:custGeom>
            <a:avLst/>
            <a:gdLst/>
            <a:ahLst/>
            <a:cxnLst/>
            <a:rect l="l" t="t" r="r" b="b"/>
            <a:pathLst>
              <a:path w="285036" h="214553" extrusionOk="0">
                <a:moveTo>
                  <a:pt x="191519" y="49973"/>
                </a:moveTo>
                <a:cubicBezTo>
                  <a:pt x="190560" y="50910"/>
                  <a:pt x="177972" y="63788"/>
                  <a:pt x="174021" y="77470"/>
                </a:cubicBezTo>
                <a:cubicBezTo>
                  <a:pt x="170450" y="89768"/>
                  <a:pt x="169446" y="115903"/>
                  <a:pt x="169223" y="122978"/>
                </a:cubicBezTo>
                <a:lnTo>
                  <a:pt x="169223" y="132397"/>
                </a:lnTo>
                <a:cubicBezTo>
                  <a:pt x="169223" y="133156"/>
                  <a:pt x="168084" y="133156"/>
                  <a:pt x="168084" y="132397"/>
                </a:cubicBezTo>
                <a:lnTo>
                  <a:pt x="168084" y="125009"/>
                </a:lnTo>
                <a:cubicBezTo>
                  <a:pt x="168040" y="124920"/>
                  <a:pt x="168017" y="124853"/>
                  <a:pt x="168040" y="124764"/>
                </a:cubicBezTo>
                <a:cubicBezTo>
                  <a:pt x="168040" y="124719"/>
                  <a:pt x="168040" y="124049"/>
                  <a:pt x="168084" y="122956"/>
                </a:cubicBezTo>
                <a:lnTo>
                  <a:pt x="168084" y="85728"/>
                </a:lnTo>
                <a:cubicBezTo>
                  <a:pt x="164603" y="71109"/>
                  <a:pt x="155742" y="69859"/>
                  <a:pt x="154470" y="69747"/>
                </a:cubicBezTo>
                <a:lnTo>
                  <a:pt x="99520" y="99097"/>
                </a:lnTo>
                <a:lnTo>
                  <a:pt x="70483" y="132776"/>
                </a:lnTo>
                <a:cubicBezTo>
                  <a:pt x="70483" y="132776"/>
                  <a:pt x="70483" y="132776"/>
                  <a:pt x="70483" y="132776"/>
                </a:cubicBezTo>
                <a:lnTo>
                  <a:pt x="69300" y="134160"/>
                </a:lnTo>
                <a:cubicBezTo>
                  <a:pt x="68854" y="135544"/>
                  <a:pt x="63765" y="151457"/>
                  <a:pt x="63765" y="162125"/>
                </a:cubicBezTo>
                <a:lnTo>
                  <a:pt x="63765" y="183909"/>
                </a:lnTo>
                <a:cubicBezTo>
                  <a:pt x="63765" y="184668"/>
                  <a:pt x="62605" y="184668"/>
                  <a:pt x="62605" y="183909"/>
                </a:cubicBezTo>
                <a:lnTo>
                  <a:pt x="62605" y="154894"/>
                </a:lnTo>
                <a:cubicBezTo>
                  <a:pt x="61734" y="148020"/>
                  <a:pt x="58833" y="147306"/>
                  <a:pt x="58007" y="147239"/>
                </a:cubicBezTo>
                <a:lnTo>
                  <a:pt x="28256" y="181766"/>
                </a:lnTo>
                <a:cubicBezTo>
                  <a:pt x="27943" y="182369"/>
                  <a:pt x="24261" y="189979"/>
                  <a:pt x="23971" y="197055"/>
                </a:cubicBezTo>
                <a:lnTo>
                  <a:pt x="23971" y="213481"/>
                </a:lnTo>
                <a:cubicBezTo>
                  <a:pt x="23971" y="213794"/>
                  <a:pt x="23725" y="214039"/>
                  <a:pt x="23413" y="214039"/>
                </a:cubicBezTo>
                <a:lnTo>
                  <a:pt x="23413" y="214039"/>
                </a:lnTo>
                <a:cubicBezTo>
                  <a:pt x="23100" y="214039"/>
                  <a:pt x="22855" y="213794"/>
                  <a:pt x="22832" y="213481"/>
                </a:cubicBezTo>
                <a:cubicBezTo>
                  <a:pt x="22832" y="213392"/>
                  <a:pt x="22564" y="204531"/>
                  <a:pt x="22832" y="197032"/>
                </a:cubicBezTo>
                <a:lnTo>
                  <a:pt x="22832" y="188060"/>
                </a:lnTo>
                <a:lnTo>
                  <a:pt x="0" y="214553"/>
                </a:lnTo>
                <a:lnTo>
                  <a:pt x="0" y="212789"/>
                </a:lnTo>
                <a:lnTo>
                  <a:pt x="30756" y="177124"/>
                </a:lnTo>
                <a:cubicBezTo>
                  <a:pt x="32095" y="137396"/>
                  <a:pt x="7499" y="117220"/>
                  <a:pt x="5178" y="115412"/>
                </a:cubicBezTo>
                <a:lnTo>
                  <a:pt x="0" y="116305"/>
                </a:lnTo>
                <a:lnTo>
                  <a:pt x="0" y="115144"/>
                </a:lnTo>
                <a:lnTo>
                  <a:pt x="5245" y="114251"/>
                </a:lnTo>
                <a:lnTo>
                  <a:pt x="5245" y="114251"/>
                </a:lnTo>
                <a:lnTo>
                  <a:pt x="15891" y="112399"/>
                </a:lnTo>
                <a:cubicBezTo>
                  <a:pt x="16739" y="110747"/>
                  <a:pt x="21181" y="100726"/>
                  <a:pt x="10066" y="89388"/>
                </a:cubicBezTo>
                <a:lnTo>
                  <a:pt x="0" y="88272"/>
                </a:lnTo>
                <a:lnTo>
                  <a:pt x="0" y="87134"/>
                </a:lnTo>
                <a:cubicBezTo>
                  <a:pt x="1473" y="86866"/>
                  <a:pt x="30465" y="81376"/>
                  <a:pt x="41603" y="39528"/>
                </a:cubicBezTo>
                <a:lnTo>
                  <a:pt x="3683" y="1"/>
                </a:lnTo>
                <a:lnTo>
                  <a:pt x="5267" y="1"/>
                </a:lnTo>
                <a:lnTo>
                  <a:pt x="37407" y="33479"/>
                </a:lnTo>
                <a:cubicBezTo>
                  <a:pt x="37875" y="33792"/>
                  <a:pt x="46736" y="39505"/>
                  <a:pt x="58699" y="36894"/>
                </a:cubicBezTo>
                <a:cubicBezTo>
                  <a:pt x="70015" y="34439"/>
                  <a:pt x="80371" y="25534"/>
                  <a:pt x="89499" y="10468"/>
                </a:cubicBezTo>
                <a:lnTo>
                  <a:pt x="88406" y="1"/>
                </a:lnTo>
                <a:lnTo>
                  <a:pt x="89566" y="1"/>
                </a:lnTo>
                <a:lnTo>
                  <a:pt x="90637" y="10446"/>
                </a:lnTo>
                <a:cubicBezTo>
                  <a:pt x="91374" y="11741"/>
                  <a:pt x="100324" y="27118"/>
                  <a:pt x="117085" y="31917"/>
                </a:cubicBezTo>
                <a:cubicBezTo>
                  <a:pt x="128245" y="35109"/>
                  <a:pt x="140431" y="33011"/>
                  <a:pt x="153287" y="25668"/>
                </a:cubicBezTo>
                <a:lnTo>
                  <a:pt x="172570" y="1"/>
                </a:lnTo>
                <a:lnTo>
                  <a:pt x="173999" y="1"/>
                </a:lnTo>
                <a:lnTo>
                  <a:pt x="164469" y="12678"/>
                </a:lnTo>
                <a:cubicBezTo>
                  <a:pt x="166745" y="19932"/>
                  <a:pt x="171231" y="25333"/>
                  <a:pt x="177838" y="28725"/>
                </a:cubicBezTo>
                <a:cubicBezTo>
                  <a:pt x="197144" y="38724"/>
                  <a:pt x="228613" y="28636"/>
                  <a:pt x="229618" y="28324"/>
                </a:cubicBezTo>
                <a:lnTo>
                  <a:pt x="282625" y="1"/>
                </a:lnTo>
                <a:lnTo>
                  <a:pt x="285036" y="1"/>
                </a:lnTo>
                <a:close/>
                <a:moveTo>
                  <a:pt x="23971" y="186721"/>
                </a:moveTo>
                <a:lnTo>
                  <a:pt x="23971" y="189957"/>
                </a:lnTo>
                <a:cubicBezTo>
                  <a:pt x="24462" y="188172"/>
                  <a:pt x="25042" y="186431"/>
                  <a:pt x="25711" y="184712"/>
                </a:cubicBezTo>
                <a:close/>
                <a:moveTo>
                  <a:pt x="169223" y="102155"/>
                </a:moveTo>
                <a:cubicBezTo>
                  <a:pt x="169959" y="93115"/>
                  <a:pt x="171120" y="83384"/>
                  <a:pt x="172928" y="77157"/>
                </a:cubicBezTo>
                <a:cubicBezTo>
                  <a:pt x="176030" y="66422"/>
                  <a:pt x="184310" y="56200"/>
                  <a:pt x="188395" y="51625"/>
                </a:cubicBezTo>
                <a:lnTo>
                  <a:pt x="169223" y="61869"/>
                </a:lnTo>
                <a:lnTo>
                  <a:pt x="169223" y="102155"/>
                </a:lnTo>
                <a:close/>
                <a:moveTo>
                  <a:pt x="185806" y="51714"/>
                </a:moveTo>
                <a:cubicBezTo>
                  <a:pt x="167549" y="55731"/>
                  <a:pt x="141659" y="48768"/>
                  <a:pt x="138110" y="47786"/>
                </a:cubicBezTo>
                <a:lnTo>
                  <a:pt x="134316" y="52807"/>
                </a:lnTo>
                <a:cubicBezTo>
                  <a:pt x="141748" y="59771"/>
                  <a:pt x="165227" y="61445"/>
                  <a:pt x="167325" y="61579"/>
                </a:cubicBezTo>
                <a:close/>
                <a:moveTo>
                  <a:pt x="35130" y="109096"/>
                </a:moveTo>
                <a:lnTo>
                  <a:pt x="51066" y="106350"/>
                </a:lnTo>
                <a:cubicBezTo>
                  <a:pt x="51557" y="100592"/>
                  <a:pt x="44102" y="93941"/>
                  <a:pt x="43031" y="93026"/>
                </a:cubicBezTo>
                <a:lnTo>
                  <a:pt x="28033" y="91374"/>
                </a:lnTo>
                <a:cubicBezTo>
                  <a:pt x="30131" y="93472"/>
                  <a:pt x="36291" y="100458"/>
                  <a:pt x="35130" y="109096"/>
                </a:cubicBezTo>
                <a:close/>
                <a:moveTo>
                  <a:pt x="78273" y="101664"/>
                </a:moveTo>
                <a:lnTo>
                  <a:pt x="95057" y="98762"/>
                </a:lnTo>
                <a:lnTo>
                  <a:pt x="77112" y="96776"/>
                </a:lnTo>
                <a:cubicBezTo>
                  <a:pt x="77692" y="97959"/>
                  <a:pt x="78474" y="99967"/>
                  <a:pt x="78273" y="101664"/>
                </a:cubicBezTo>
                <a:close/>
                <a:moveTo>
                  <a:pt x="122933" y="66043"/>
                </a:moveTo>
                <a:cubicBezTo>
                  <a:pt x="122933" y="65931"/>
                  <a:pt x="122911" y="65864"/>
                  <a:pt x="122911" y="65842"/>
                </a:cubicBezTo>
                <a:cubicBezTo>
                  <a:pt x="122888" y="65529"/>
                  <a:pt x="123134" y="65261"/>
                  <a:pt x="123446" y="65217"/>
                </a:cubicBezTo>
                <a:cubicBezTo>
                  <a:pt x="123469" y="65217"/>
                  <a:pt x="123513" y="65217"/>
                  <a:pt x="123558" y="65239"/>
                </a:cubicBezTo>
                <a:lnTo>
                  <a:pt x="125522" y="62605"/>
                </a:lnTo>
                <a:cubicBezTo>
                  <a:pt x="120835" y="62181"/>
                  <a:pt x="101909" y="60106"/>
                  <a:pt x="95235" y="55017"/>
                </a:cubicBezTo>
                <a:lnTo>
                  <a:pt x="95882" y="61289"/>
                </a:lnTo>
                <a:cubicBezTo>
                  <a:pt x="97088" y="62605"/>
                  <a:pt x="107734" y="73787"/>
                  <a:pt x="119496" y="70529"/>
                </a:cubicBezTo>
                <a:cubicBezTo>
                  <a:pt x="119518" y="70529"/>
                  <a:pt x="119541" y="70529"/>
                  <a:pt x="119563" y="70529"/>
                </a:cubicBezTo>
                <a:close/>
                <a:moveTo>
                  <a:pt x="119585" y="72426"/>
                </a:moveTo>
                <a:cubicBezTo>
                  <a:pt x="121862" y="74122"/>
                  <a:pt x="124785" y="75059"/>
                  <a:pt x="127754" y="75506"/>
                </a:cubicBezTo>
                <a:cubicBezTo>
                  <a:pt x="124875" y="73296"/>
                  <a:pt x="123692" y="69725"/>
                  <a:pt x="123201" y="67583"/>
                </a:cubicBezTo>
                <a:close/>
                <a:moveTo>
                  <a:pt x="96061" y="63141"/>
                </a:moveTo>
                <a:lnTo>
                  <a:pt x="97512" y="77135"/>
                </a:lnTo>
                <a:cubicBezTo>
                  <a:pt x="98360" y="77961"/>
                  <a:pt x="103538" y="82759"/>
                  <a:pt x="110501" y="82581"/>
                </a:cubicBezTo>
                <a:lnTo>
                  <a:pt x="118514" y="71935"/>
                </a:lnTo>
                <a:cubicBezTo>
                  <a:pt x="108180" y="73988"/>
                  <a:pt x="99208" y="66266"/>
                  <a:pt x="96061" y="63141"/>
                </a:cubicBezTo>
                <a:close/>
                <a:moveTo>
                  <a:pt x="94856" y="62628"/>
                </a:moveTo>
                <a:cubicBezTo>
                  <a:pt x="91932" y="64927"/>
                  <a:pt x="81844" y="72069"/>
                  <a:pt x="72693" y="70261"/>
                </a:cubicBezTo>
                <a:lnTo>
                  <a:pt x="80192" y="78072"/>
                </a:lnTo>
                <a:cubicBezTo>
                  <a:pt x="83942" y="78876"/>
                  <a:pt x="93539" y="80148"/>
                  <a:pt x="96373" y="77180"/>
                </a:cubicBezTo>
                <a:close/>
                <a:moveTo>
                  <a:pt x="70952" y="70105"/>
                </a:moveTo>
                <a:cubicBezTo>
                  <a:pt x="68921" y="73430"/>
                  <a:pt x="59346" y="88116"/>
                  <a:pt x="46490" y="92267"/>
                </a:cubicBezTo>
                <a:lnTo>
                  <a:pt x="56958" y="93406"/>
                </a:lnTo>
                <a:cubicBezTo>
                  <a:pt x="63118" y="91151"/>
                  <a:pt x="78607" y="84344"/>
                  <a:pt x="79299" y="78787"/>
                </a:cubicBezTo>
                <a:close/>
                <a:moveTo>
                  <a:pt x="59413" y="93673"/>
                </a:moveTo>
                <a:lnTo>
                  <a:pt x="76063" y="95526"/>
                </a:lnTo>
                <a:cubicBezTo>
                  <a:pt x="80326" y="94388"/>
                  <a:pt x="85973" y="88786"/>
                  <a:pt x="87446" y="87268"/>
                </a:cubicBezTo>
                <a:lnTo>
                  <a:pt x="80259" y="79769"/>
                </a:lnTo>
                <a:cubicBezTo>
                  <a:pt x="78340" y="85616"/>
                  <a:pt x="64837" y="91531"/>
                  <a:pt x="59413" y="93673"/>
                </a:cubicBezTo>
                <a:close/>
                <a:moveTo>
                  <a:pt x="78496" y="95794"/>
                </a:moveTo>
                <a:lnTo>
                  <a:pt x="97646" y="97892"/>
                </a:lnTo>
                <a:lnTo>
                  <a:pt x="88249" y="88094"/>
                </a:lnTo>
                <a:cubicBezTo>
                  <a:pt x="86888" y="89500"/>
                  <a:pt x="82580" y="93785"/>
                  <a:pt x="78496" y="95794"/>
                </a:cubicBezTo>
                <a:close/>
                <a:moveTo>
                  <a:pt x="75751" y="96642"/>
                </a:moveTo>
                <a:lnTo>
                  <a:pt x="58074" y="94678"/>
                </a:lnTo>
                <a:cubicBezTo>
                  <a:pt x="59793" y="98316"/>
                  <a:pt x="58119" y="103204"/>
                  <a:pt x="57226" y="105279"/>
                </a:cubicBezTo>
                <a:lnTo>
                  <a:pt x="77067" y="101864"/>
                </a:lnTo>
                <a:cubicBezTo>
                  <a:pt x="77492" y="100280"/>
                  <a:pt x="76398" y="97780"/>
                  <a:pt x="75751" y="96642"/>
                </a:cubicBezTo>
                <a:close/>
                <a:moveTo>
                  <a:pt x="56668" y="94521"/>
                </a:moveTo>
                <a:lnTo>
                  <a:pt x="44995" y="93249"/>
                </a:lnTo>
                <a:cubicBezTo>
                  <a:pt x="47472" y="95593"/>
                  <a:pt x="52472" y="100994"/>
                  <a:pt x="52226" y="106150"/>
                </a:cubicBezTo>
                <a:lnTo>
                  <a:pt x="55864" y="105525"/>
                </a:lnTo>
                <a:cubicBezTo>
                  <a:pt x="56467" y="104253"/>
                  <a:pt x="59078" y="98159"/>
                  <a:pt x="56668" y="94544"/>
                </a:cubicBezTo>
                <a:close/>
                <a:moveTo>
                  <a:pt x="43254" y="91910"/>
                </a:moveTo>
                <a:cubicBezTo>
                  <a:pt x="57360" y="89388"/>
                  <a:pt x="68475" y="71957"/>
                  <a:pt x="70149" y="69234"/>
                </a:cubicBezTo>
                <a:lnTo>
                  <a:pt x="57337" y="55910"/>
                </a:lnTo>
                <a:cubicBezTo>
                  <a:pt x="56534" y="61512"/>
                  <a:pt x="51959" y="85192"/>
                  <a:pt x="32251" y="90683"/>
                </a:cubicBezTo>
                <a:close/>
                <a:moveTo>
                  <a:pt x="64323" y="61534"/>
                </a:moveTo>
                <a:cubicBezTo>
                  <a:pt x="66957" y="61244"/>
                  <a:pt x="88517" y="58432"/>
                  <a:pt x="93137" y="45978"/>
                </a:cubicBezTo>
                <a:lnTo>
                  <a:pt x="92222" y="36872"/>
                </a:lnTo>
                <a:cubicBezTo>
                  <a:pt x="88696" y="40755"/>
                  <a:pt x="75036" y="54593"/>
                  <a:pt x="58230" y="55196"/>
                </a:cubicBezTo>
                <a:close/>
                <a:moveTo>
                  <a:pt x="65328" y="62583"/>
                </a:moveTo>
                <a:lnTo>
                  <a:pt x="71175" y="68654"/>
                </a:lnTo>
                <a:cubicBezTo>
                  <a:pt x="80839" y="72046"/>
                  <a:pt x="92936" y="62717"/>
                  <a:pt x="94722" y="61266"/>
                </a:cubicBezTo>
                <a:lnTo>
                  <a:pt x="93383" y="48210"/>
                </a:lnTo>
                <a:cubicBezTo>
                  <a:pt x="87669" y="59034"/>
                  <a:pt x="70059" y="61980"/>
                  <a:pt x="65328" y="62583"/>
                </a:cubicBezTo>
                <a:close/>
                <a:moveTo>
                  <a:pt x="95057" y="53343"/>
                </a:moveTo>
                <a:cubicBezTo>
                  <a:pt x="100525" y="59057"/>
                  <a:pt x="123402" y="61266"/>
                  <a:pt x="126325" y="61534"/>
                </a:cubicBezTo>
                <a:lnTo>
                  <a:pt x="136235" y="48366"/>
                </a:lnTo>
                <a:cubicBezTo>
                  <a:pt x="123647" y="52116"/>
                  <a:pt x="98605" y="39349"/>
                  <a:pt x="93316" y="36537"/>
                </a:cubicBezTo>
                <a:close/>
                <a:moveTo>
                  <a:pt x="168084" y="81666"/>
                </a:moveTo>
                <a:lnTo>
                  <a:pt x="168084" y="62472"/>
                </a:lnTo>
                <a:lnTo>
                  <a:pt x="156099" y="68877"/>
                </a:lnTo>
                <a:cubicBezTo>
                  <a:pt x="158978" y="69614"/>
                  <a:pt x="164736" y="72247"/>
                  <a:pt x="168084" y="81666"/>
                </a:cubicBezTo>
                <a:close/>
                <a:moveTo>
                  <a:pt x="165428" y="62605"/>
                </a:moveTo>
                <a:cubicBezTo>
                  <a:pt x="159246" y="62092"/>
                  <a:pt x="140520" y="60061"/>
                  <a:pt x="133624" y="53722"/>
                </a:cubicBezTo>
                <a:lnTo>
                  <a:pt x="130053" y="58476"/>
                </a:lnTo>
                <a:cubicBezTo>
                  <a:pt x="131928" y="60262"/>
                  <a:pt x="141592" y="69078"/>
                  <a:pt x="151992" y="69770"/>
                </a:cubicBezTo>
                <a:close/>
                <a:moveTo>
                  <a:pt x="150207" y="70730"/>
                </a:moveTo>
                <a:cubicBezTo>
                  <a:pt x="140186" y="69279"/>
                  <a:pt x="131437" y="61400"/>
                  <a:pt x="129361" y="59391"/>
                </a:cubicBezTo>
                <a:lnTo>
                  <a:pt x="124138" y="66355"/>
                </a:lnTo>
                <a:cubicBezTo>
                  <a:pt x="124451" y="68252"/>
                  <a:pt x="125790" y="74144"/>
                  <a:pt x="130700" y="75818"/>
                </a:cubicBezTo>
                <a:cubicBezTo>
                  <a:pt x="134561" y="75997"/>
                  <a:pt x="138422" y="75729"/>
                  <a:pt x="142217" y="74992"/>
                </a:cubicBezTo>
                <a:close/>
                <a:moveTo>
                  <a:pt x="139092" y="76666"/>
                </a:moveTo>
                <a:cubicBezTo>
                  <a:pt x="137083" y="76912"/>
                  <a:pt x="135075" y="77046"/>
                  <a:pt x="133043" y="77046"/>
                </a:cubicBezTo>
                <a:cubicBezTo>
                  <a:pt x="128334" y="77046"/>
                  <a:pt x="122844" y="76265"/>
                  <a:pt x="118893" y="73318"/>
                </a:cubicBezTo>
                <a:lnTo>
                  <a:pt x="116483" y="76532"/>
                </a:lnTo>
                <a:cubicBezTo>
                  <a:pt x="117108" y="77805"/>
                  <a:pt x="119741" y="82759"/>
                  <a:pt x="123513" y="84991"/>
                </a:cubicBezTo>
                <a:close/>
                <a:moveTo>
                  <a:pt x="114340" y="89879"/>
                </a:moveTo>
                <a:lnTo>
                  <a:pt x="122330" y="85616"/>
                </a:lnTo>
                <a:cubicBezTo>
                  <a:pt x="118983" y="83340"/>
                  <a:pt x="116639" y="79300"/>
                  <a:pt x="115724" y="77559"/>
                </a:cubicBezTo>
                <a:lnTo>
                  <a:pt x="111394" y="83295"/>
                </a:lnTo>
                <a:cubicBezTo>
                  <a:pt x="111573" y="84322"/>
                  <a:pt x="112443" y="88384"/>
                  <a:pt x="114340" y="89879"/>
                </a:cubicBezTo>
                <a:close/>
                <a:moveTo>
                  <a:pt x="113247" y="90459"/>
                </a:moveTo>
                <a:cubicBezTo>
                  <a:pt x="111707" y="88919"/>
                  <a:pt x="110858" y="86152"/>
                  <a:pt x="110479" y="84523"/>
                </a:cubicBezTo>
                <a:lnTo>
                  <a:pt x="101172" y="96910"/>
                </a:lnTo>
                <a:close/>
                <a:moveTo>
                  <a:pt x="99565" y="97133"/>
                </a:moveTo>
                <a:lnTo>
                  <a:pt x="109653" y="83719"/>
                </a:lnTo>
                <a:cubicBezTo>
                  <a:pt x="103984" y="83563"/>
                  <a:pt x="99654" y="80528"/>
                  <a:pt x="97690" y="78854"/>
                </a:cubicBezTo>
                <a:close/>
                <a:moveTo>
                  <a:pt x="96507" y="78563"/>
                </a:moveTo>
                <a:cubicBezTo>
                  <a:pt x="92959" y="81063"/>
                  <a:pt x="85102" y="80103"/>
                  <a:pt x="81554" y="79501"/>
                </a:cubicBezTo>
                <a:lnTo>
                  <a:pt x="98404" y="97044"/>
                </a:lnTo>
                <a:close/>
                <a:moveTo>
                  <a:pt x="97668" y="99476"/>
                </a:moveTo>
                <a:lnTo>
                  <a:pt x="86040" y="101485"/>
                </a:lnTo>
                <a:cubicBezTo>
                  <a:pt x="86553" y="103047"/>
                  <a:pt x="87781" y="107176"/>
                  <a:pt x="87446" y="111350"/>
                </a:cubicBezTo>
                <a:close/>
                <a:moveTo>
                  <a:pt x="86084" y="112935"/>
                </a:moveTo>
                <a:cubicBezTo>
                  <a:pt x="86999" y="108359"/>
                  <a:pt x="85392" y="103181"/>
                  <a:pt x="84879" y="101686"/>
                </a:cubicBezTo>
                <a:lnTo>
                  <a:pt x="78518" y="102779"/>
                </a:lnTo>
                <a:cubicBezTo>
                  <a:pt x="79835" y="104766"/>
                  <a:pt x="83183" y="110390"/>
                  <a:pt x="82915" y="116617"/>
                </a:cubicBezTo>
                <a:close/>
                <a:moveTo>
                  <a:pt x="81621" y="118090"/>
                </a:moveTo>
                <a:cubicBezTo>
                  <a:pt x="82670" y="111194"/>
                  <a:pt x="78250" y="104386"/>
                  <a:pt x="77268" y="102980"/>
                </a:cubicBezTo>
                <a:lnTo>
                  <a:pt x="64279" y="105235"/>
                </a:lnTo>
                <a:cubicBezTo>
                  <a:pt x="66801" y="108136"/>
                  <a:pt x="75461" y="118380"/>
                  <a:pt x="76956" y="123491"/>
                </a:cubicBezTo>
                <a:close/>
                <a:moveTo>
                  <a:pt x="76018" y="124585"/>
                </a:moveTo>
                <a:cubicBezTo>
                  <a:pt x="75661" y="120635"/>
                  <a:pt x="66711" y="109698"/>
                  <a:pt x="62962" y="105458"/>
                </a:cubicBezTo>
                <a:lnTo>
                  <a:pt x="52695" y="107221"/>
                </a:lnTo>
                <a:cubicBezTo>
                  <a:pt x="53186" y="107801"/>
                  <a:pt x="53900" y="108649"/>
                  <a:pt x="54726" y="109721"/>
                </a:cubicBezTo>
                <a:cubicBezTo>
                  <a:pt x="60551" y="112421"/>
                  <a:pt x="68363" y="127687"/>
                  <a:pt x="70193" y="131370"/>
                </a:cubicBezTo>
                <a:close/>
                <a:moveTo>
                  <a:pt x="68363" y="133490"/>
                </a:moveTo>
                <a:lnTo>
                  <a:pt x="69367" y="132307"/>
                </a:lnTo>
                <a:cubicBezTo>
                  <a:pt x="68318" y="130165"/>
                  <a:pt x="62292" y="118113"/>
                  <a:pt x="57025" y="112845"/>
                </a:cubicBezTo>
                <a:cubicBezTo>
                  <a:pt x="61221" y="118916"/>
                  <a:pt x="66377" y="128335"/>
                  <a:pt x="65372" y="136972"/>
                </a:cubicBezTo>
                <a:lnTo>
                  <a:pt x="68363" y="133490"/>
                </a:lnTo>
                <a:close/>
                <a:moveTo>
                  <a:pt x="63765" y="151390"/>
                </a:moveTo>
                <a:cubicBezTo>
                  <a:pt x="64725" y="146301"/>
                  <a:pt x="65953" y="141280"/>
                  <a:pt x="67426" y="136325"/>
                </a:cubicBezTo>
                <a:lnTo>
                  <a:pt x="63765" y="140588"/>
                </a:lnTo>
                <a:close/>
                <a:moveTo>
                  <a:pt x="62605" y="150207"/>
                </a:moveTo>
                <a:lnTo>
                  <a:pt x="62605" y="141905"/>
                </a:lnTo>
                <a:lnTo>
                  <a:pt x="58877" y="146257"/>
                </a:lnTo>
                <a:cubicBezTo>
                  <a:pt x="59926" y="146569"/>
                  <a:pt x="61489" y="147507"/>
                  <a:pt x="62605" y="150207"/>
                </a:cubicBezTo>
                <a:close/>
                <a:moveTo>
                  <a:pt x="58833" y="144538"/>
                </a:moveTo>
                <a:lnTo>
                  <a:pt x="63922" y="138646"/>
                </a:lnTo>
                <a:cubicBezTo>
                  <a:pt x="66935" y="125813"/>
                  <a:pt x="53231" y="109587"/>
                  <a:pt x="51378" y="107444"/>
                </a:cubicBezTo>
                <a:lnTo>
                  <a:pt x="34148" y="110413"/>
                </a:lnTo>
                <a:cubicBezTo>
                  <a:pt x="48611" y="117956"/>
                  <a:pt x="57092" y="139673"/>
                  <a:pt x="58833" y="144538"/>
                </a:cubicBezTo>
                <a:close/>
                <a:moveTo>
                  <a:pt x="57985" y="145520"/>
                </a:moveTo>
                <a:cubicBezTo>
                  <a:pt x="56936" y="142552"/>
                  <a:pt x="47740" y="117599"/>
                  <a:pt x="32206" y="110747"/>
                </a:cubicBezTo>
                <a:lnTo>
                  <a:pt x="18480" y="113113"/>
                </a:lnTo>
                <a:cubicBezTo>
                  <a:pt x="25801" y="115970"/>
                  <a:pt x="50262" y="127486"/>
                  <a:pt x="51222" y="153376"/>
                </a:cubicBezTo>
                <a:close/>
                <a:moveTo>
                  <a:pt x="6673" y="115144"/>
                </a:moveTo>
                <a:cubicBezTo>
                  <a:pt x="11539" y="119251"/>
                  <a:pt x="32608" y="139159"/>
                  <a:pt x="31916" y="175785"/>
                </a:cubicBezTo>
                <a:lnTo>
                  <a:pt x="50128" y="154649"/>
                </a:lnTo>
                <a:cubicBezTo>
                  <a:pt x="49928" y="125165"/>
                  <a:pt x="18480" y="114251"/>
                  <a:pt x="16226" y="113515"/>
                </a:cubicBezTo>
                <a:close/>
                <a:moveTo>
                  <a:pt x="17253" y="112176"/>
                </a:moveTo>
                <a:lnTo>
                  <a:pt x="34840" y="109140"/>
                </a:lnTo>
                <a:lnTo>
                  <a:pt x="27586" y="91330"/>
                </a:lnTo>
                <a:lnTo>
                  <a:pt x="11829" y="89589"/>
                </a:lnTo>
                <a:cubicBezTo>
                  <a:pt x="21114" y="99789"/>
                  <a:pt x="18480" y="109140"/>
                  <a:pt x="17253" y="112176"/>
                </a:cubicBezTo>
                <a:close/>
                <a:moveTo>
                  <a:pt x="3214" y="87491"/>
                </a:moveTo>
                <a:lnTo>
                  <a:pt x="28725" y="90303"/>
                </a:lnTo>
                <a:cubicBezTo>
                  <a:pt x="52070" y="86598"/>
                  <a:pt x="55998" y="57762"/>
                  <a:pt x="56333" y="54861"/>
                </a:cubicBezTo>
                <a:lnTo>
                  <a:pt x="42518" y="40465"/>
                </a:lnTo>
                <a:cubicBezTo>
                  <a:pt x="33054" y="75149"/>
                  <a:pt x="11338" y="84991"/>
                  <a:pt x="3214" y="87491"/>
                </a:cubicBezTo>
                <a:close/>
                <a:moveTo>
                  <a:pt x="89678" y="12343"/>
                </a:moveTo>
                <a:cubicBezTo>
                  <a:pt x="80572" y="26917"/>
                  <a:pt x="70238" y="35555"/>
                  <a:pt x="58900" y="38010"/>
                </a:cubicBezTo>
                <a:cubicBezTo>
                  <a:pt x="56735" y="38501"/>
                  <a:pt x="54525" y="38724"/>
                  <a:pt x="52316" y="38724"/>
                </a:cubicBezTo>
                <a:cubicBezTo>
                  <a:pt x="48053" y="38724"/>
                  <a:pt x="43834" y="37831"/>
                  <a:pt x="39929" y="36113"/>
                </a:cubicBezTo>
                <a:lnTo>
                  <a:pt x="57159" y="54080"/>
                </a:lnTo>
                <a:cubicBezTo>
                  <a:pt x="75594" y="54035"/>
                  <a:pt x="90459" y="37206"/>
                  <a:pt x="92044" y="35332"/>
                </a:cubicBezTo>
                <a:close/>
                <a:moveTo>
                  <a:pt x="116773" y="33011"/>
                </a:moveTo>
                <a:cubicBezTo>
                  <a:pt x="102712" y="28971"/>
                  <a:pt x="94030" y="17744"/>
                  <a:pt x="90905" y="13035"/>
                </a:cubicBezTo>
                <a:lnTo>
                  <a:pt x="93182" y="35153"/>
                </a:lnTo>
                <a:cubicBezTo>
                  <a:pt x="96150" y="36760"/>
                  <a:pt x="125701" y="52383"/>
                  <a:pt x="137507" y="46647"/>
                </a:cubicBezTo>
                <a:lnTo>
                  <a:pt x="151613" y="27877"/>
                </a:lnTo>
                <a:cubicBezTo>
                  <a:pt x="139293" y="34372"/>
                  <a:pt x="127598" y="36113"/>
                  <a:pt x="116773" y="33011"/>
                </a:cubicBezTo>
                <a:close/>
                <a:moveTo>
                  <a:pt x="199376" y="34260"/>
                </a:moveTo>
                <a:cubicBezTo>
                  <a:pt x="191720" y="34260"/>
                  <a:pt x="183842" y="33122"/>
                  <a:pt x="177302" y="29752"/>
                </a:cubicBezTo>
                <a:cubicBezTo>
                  <a:pt x="170673" y="26315"/>
                  <a:pt x="166098" y="20936"/>
                  <a:pt x="163665" y="13772"/>
                </a:cubicBezTo>
                <a:lnTo>
                  <a:pt x="138846" y="46781"/>
                </a:lnTo>
                <a:cubicBezTo>
                  <a:pt x="140431" y="47228"/>
                  <a:pt x="144292" y="48210"/>
                  <a:pt x="149403" y="49214"/>
                </a:cubicBezTo>
                <a:cubicBezTo>
                  <a:pt x="168665" y="50509"/>
                  <a:pt x="192724" y="38032"/>
                  <a:pt x="199487" y="34260"/>
                </a:cubicBezTo>
                <a:cubicBezTo>
                  <a:pt x="199442" y="34260"/>
                  <a:pt x="199398" y="34260"/>
                  <a:pt x="199376" y="34260"/>
                </a:cubicBezTo>
                <a:close/>
                <a:moveTo>
                  <a:pt x="201853" y="34216"/>
                </a:moveTo>
                <a:cubicBezTo>
                  <a:pt x="200670" y="34930"/>
                  <a:pt x="176945" y="48857"/>
                  <a:pt x="155764" y="50308"/>
                </a:cubicBezTo>
                <a:cubicBezTo>
                  <a:pt x="166968" y="52026"/>
                  <a:pt x="181141" y="52919"/>
                  <a:pt x="190939" y="48969"/>
                </a:cubicBezTo>
                <a:lnTo>
                  <a:pt x="224931" y="30823"/>
                </a:lnTo>
                <a:cubicBezTo>
                  <a:pt x="219708" y="32140"/>
                  <a:pt x="211093" y="33948"/>
                  <a:pt x="201853" y="34216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64"/>
          <p:cNvSpPr/>
          <p:nvPr/>
        </p:nvSpPr>
        <p:spPr>
          <a:xfrm>
            <a:off x="713225" y="1428125"/>
            <a:ext cx="993727" cy="774260"/>
          </a:xfrm>
          <a:custGeom>
            <a:avLst/>
            <a:gdLst/>
            <a:ahLst/>
            <a:cxnLst/>
            <a:rect l="l" t="t" r="r" b="b"/>
            <a:pathLst>
              <a:path w="281509" h="219337" extrusionOk="0">
                <a:moveTo>
                  <a:pt x="128587" y="116910"/>
                </a:moveTo>
                <a:cubicBezTo>
                  <a:pt x="139286" y="88792"/>
                  <a:pt x="158858" y="111300"/>
                  <a:pt x="158858" y="111300"/>
                </a:cubicBezTo>
                <a:cubicBezTo>
                  <a:pt x="164338" y="91337"/>
                  <a:pt x="180257" y="106864"/>
                  <a:pt x="180257" y="106864"/>
                </a:cubicBezTo>
                <a:cubicBezTo>
                  <a:pt x="180192" y="95120"/>
                  <a:pt x="192391" y="99752"/>
                  <a:pt x="192391" y="99752"/>
                </a:cubicBezTo>
                <a:cubicBezTo>
                  <a:pt x="189651" y="95838"/>
                  <a:pt x="190043" y="91597"/>
                  <a:pt x="190630" y="88335"/>
                </a:cubicBezTo>
                <a:cubicBezTo>
                  <a:pt x="193435" y="90619"/>
                  <a:pt x="199502" y="91402"/>
                  <a:pt x="203743" y="88923"/>
                </a:cubicBezTo>
                <a:cubicBezTo>
                  <a:pt x="207918" y="86444"/>
                  <a:pt x="210202" y="80768"/>
                  <a:pt x="209549" y="77179"/>
                </a:cubicBezTo>
                <a:cubicBezTo>
                  <a:pt x="212746" y="78223"/>
                  <a:pt x="216595" y="79985"/>
                  <a:pt x="218683" y="84291"/>
                </a:cubicBezTo>
                <a:cubicBezTo>
                  <a:pt x="218683" y="84291"/>
                  <a:pt x="220575" y="71373"/>
                  <a:pt x="230817" y="77114"/>
                </a:cubicBezTo>
                <a:cubicBezTo>
                  <a:pt x="230817" y="77114"/>
                  <a:pt x="224946" y="55650"/>
                  <a:pt x="245105" y="60543"/>
                </a:cubicBezTo>
                <a:cubicBezTo>
                  <a:pt x="245105" y="60543"/>
                  <a:pt x="234928" y="32490"/>
                  <a:pt x="264677" y="36796"/>
                </a:cubicBezTo>
                <a:cubicBezTo>
                  <a:pt x="264677" y="36796"/>
                  <a:pt x="252477" y="19899"/>
                  <a:pt x="281509" y="14615"/>
                </a:cubicBezTo>
                <a:cubicBezTo>
                  <a:pt x="281509" y="14615"/>
                  <a:pt x="253912" y="1"/>
                  <a:pt x="207266" y="40189"/>
                </a:cubicBezTo>
                <a:cubicBezTo>
                  <a:pt x="208571" y="47952"/>
                  <a:pt x="206679" y="55911"/>
                  <a:pt x="202047" y="62240"/>
                </a:cubicBezTo>
                <a:cubicBezTo>
                  <a:pt x="201786" y="61652"/>
                  <a:pt x="201460" y="61065"/>
                  <a:pt x="201068" y="60543"/>
                </a:cubicBezTo>
                <a:cubicBezTo>
                  <a:pt x="200351" y="59695"/>
                  <a:pt x="200155" y="58521"/>
                  <a:pt x="200481" y="57477"/>
                </a:cubicBezTo>
                <a:cubicBezTo>
                  <a:pt x="196958" y="59173"/>
                  <a:pt x="196567" y="62762"/>
                  <a:pt x="196567" y="64523"/>
                </a:cubicBezTo>
                <a:cubicBezTo>
                  <a:pt x="192326" y="65241"/>
                  <a:pt x="188542" y="67459"/>
                  <a:pt x="185933" y="70786"/>
                </a:cubicBezTo>
                <a:cubicBezTo>
                  <a:pt x="184367" y="69938"/>
                  <a:pt x="181040" y="68568"/>
                  <a:pt x="177843" y="70786"/>
                </a:cubicBezTo>
                <a:cubicBezTo>
                  <a:pt x="178887" y="70982"/>
                  <a:pt x="179800" y="71765"/>
                  <a:pt x="180192" y="72808"/>
                </a:cubicBezTo>
                <a:cubicBezTo>
                  <a:pt x="180518" y="73396"/>
                  <a:pt x="180844" y="73983"/>
                  <a:pt x="181235" y="74505"/>
                </a:cubicBezTo>
                <a:cubicBezTo>
                  <a:pt x="173407" y="75483"/>
                  <a:pt x="165578" y="73265"/>
                  <a:pt x="159445" y="68307"/>
                </a:cubicBezTo>
                <a:cubicBezTo>
                  <a:pt x="101708" y="89640"/>
                  <a:pt x="100991" y="120890"/>
                  <a:pt x="100991" y="120890"/>
                </a:cubicBezTo>
                <a:cubicBezTo>
                  <a:pt x="119780" y="98056"/>
                  <a:pt x="128587" y="116910"/>
                  <a:pt x="128587" y="116910"/>
                </a:cubicBezTo>
                <a:close/>
                <a:moveTo>
                  <a:pt x="18985" y="196177"/>
                </a:moveTo>
                <a:cubicBezTo>
                  <a:pt x="38687" y="183781"/>
                  <a:pt x="40318" y="206876"/>
                  <a:pt x="40318" y="206876"/>
                </a:cubicBezTo>
                <a:cubicBezTo>
                  <a:pt x="53040" y="197025"/>
                  <a:pt x="55649" y="214183"/>
                  <a:pt x="55649" y="214183"/>
                </a:cubicBezTo>
                <a:cubicBezTo>
                  <a:pt x="61129" y="206811"/>
                  <a:pt x="66544" y="215422"/>
                  <a:pt x="66544" y="215422"/>
                </a:cubicBezTo>
                <a:cubicBezTo>
                  <a:pt x="66675" y="211704"/>
                  <a:pt x="68828" y="209225"/>
                  <a:pt x="70785" y="207463"/>
                </a:cubicBezTo>
                <a:cubicBezTo>
                  <a:pt x="71437" y="210269"/>
                  <a:pt x="74830" y="213531"/>
                  <a:pt x="78614" y="213987"/>
                </a:cubicBezTo>
                <a:cubicBezTo>
                  <a:pt x="82332" y="214379"/>
                  <a:pt x="86442" y="211965"/>
                  <a:pt x="87682" y="209420"/>
                </a:cubicBezTo>
                <a:cubicBezTo>
                  <a:pt x="89182" y="211573"/>
                  <a:pt x="90748" y="214444"/>
                  <a:pt x="90031" y="218097"/>
                </a:cubicBezTo>
                <a:cubicBezTo>
                  <a:pt x="90031" y="218097"/>
                  <a:pt x="97272" y="210986"/>
                  <a:pt x="100860" y="219337"/>
                </a:cubicBezTo>
                <a:cubicBezTo>
                  <a:pt x="100860" y="219337"/>
                  <a:pt x="107319" y="203288"/>
                  <a:pt x="117496" y="215749"/>
                </a:cubicBezTo>
                <a:cubicBezTo>
                  <a:pt x="117496" y="215749"/>
                  <a:pt x="124281" y="193632"/>
                  <a:pt x="140722" y="210203"/>
                </a:cubicBezTo>
                <a:cubicBezTo>
                  <a:pt x="140722" y="210203"/>
                  <a:pt x="141048" y="194024"/>
                  <a:pt x="161533" y="204332"/>
                </a:cubicBezTo>
                <a:cubicBezTo>
                  <a:pt x="161533" y="204332"/>
                  <a:pt x="151225" y="182346"/>
                  <a:pt x="103535" y="185412"/>
                </a:cubicBezTo>
                <a:cubicBezTo>
                  <a:pt x="100730" y="190827"/>
                  <a:pt x="95902" y="194872"/>
                  <a:pt x="90031" y="196633"/>
                </a:cubicBezTo>
                <a:cubicBezTo>
                  <a:pt x="90161" y="196177"/>
                  <a:pt x="90226" y="195655"/>
                  <a:pt x="90226" y="195133"/>
                </a:cubicBezTo>
                <a:cubicBezTo>
                  <a:pt x="90161" y="194285"/>
                  <a:pt x="90552" y="193437"/>
                  <a:pt x="91270" y="192980"/>
                </a:cubicBezTo>
                <a:cubicBezTo>
                  <a:pt x="89052" y="192589"/>
                  <a:pt x="86769" y="193632"/>
                  <a:pt x="85529" y="195524"/>
                </a:cubicBezTo>
                <a:cubicBezTo>
                  <a:pt x="82593" y="193959"/>
                  <a:pt x="79201" y="193567"/>
                  <a:pt x="76004" y="194415"/>
                </a:cubicBezTo>
                <a:cubicBezTo>
                  <a:pt x="75482" y="193176"/>
                  <a:pt x="74047" y="190762"/>
                  <a:pt x="70981" y="190631"/>
                </a:cubicBezTo>
                <a:cubicBezTo>
                  <a:pt x="71568" y="191284"/>
                  <a:pt x="71763" y="192197"/>
                  <a:pt x="71568" y="192980"/>
                </a:cubicBezTo>
                <a:cubicBezTo>
                  <a:pt x="71437" y="193502"/>
                  <a:pt x="71372" y="194024"/>
                  <a:pt x="71372" y="194546"/>
                </a:cubicBezTo>
                <a:cubicBezTo>
                  <a:pt x="66088" y="191479"/>
                  <a:pt x="62239" y="186391"/>
                  <a:pt x="60738" y="180519"/>
                </a:cubicBezTo>
                <a:cubicBezTo>
                  <a:pt x="15005" y="166688"/>
                  <a:pt x="0" y="185738"/>
                  <a:pt x="0" y="185738"/>
                </a:cubicBezTo>
                <a:cubicBezTo>
                  <a:pt x="22312" y="180324"/>
                  <a:pt x="18985" y="196177"/>
                  <a:pt x="18985" y="196177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64"/>
          <p:cNvSpPr/>
          <p:nvPr/>
        </p:nvSpPr>
        <p:spPr>
          <a:xfrm rot="10800000" flipH="1">
            <a:off x="2645554" y="-493125"/>
            <a:ext cx="443250" cy="6297400"/>
          </a:xfrm>
          <a:custGeom>
            <a:avLst/>
            <a:gdLst/>
            <a:ahLst/>
            <a:cxnLst/>
            <a:rect l="l" t="t" r="r" b="b"/>
            <a:pathLst>
              <a:path w="17730" h="251896" extrusionOk="0">
                <a:moveTo>
                  <a:pt x="130" y="8"/>
                </a:moveTo>
                <a:cubicBezTo>
                  <a:pt x="1447" y="-514"/>
                  <a:pt x="14498" y="24530"/>
                  <a:pt x="16413" y="54441"/>
                </a:cubicBezTo>
                <a:cubicBezTo>
                  <a:pt x="18328" y="84352"/>
                  <a:pt x="11427" y="146571"/>
                  <a:pt x="11618" y="179472"/>
                </a:cubicBezTo>
                <a:cubicBezTo>
                  <a:pt x="11809" y="212373"/>
                  <a:pt x="18905" y="250385"/>
                  <a:pt x="17561" y="251849"/>
                </a:cubicBezTo>
                <a:cubicBezTo>
                  <a:pt x="16218" y="253313"/>
                  <a:pt x="5066" y="220634"/>
                  <a:pt x="3557" y="188254"/>
                </a:cubicBezTo>
                <a:cubicBezTo>
                  <a:pt x="2049" y="155874"/>
                  <a:pt x="9081" y="88945"/>
                  <a:pt x="8510" y="57571"/>
                </a:cubicBezTo>
                <a:cubicBezTo>
                  <a:pt x="7939" y="26197"/>
                  <a:pt x="-1187" y="530"/>
                  <a:pt x="130" y="8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3FE3964-261D-62E6-0142-3AFDDED801CE}"/>
              </a:ext>
            </a:extLst>
          </p:cNvPr>
          <p:cNvSpPr/>
          <p:nvPr/>
        </p:nvSpPr>
        <p:spPr>
          <a:xfrm>
            <a:off x="3479510" y="3930869"/>
            <a:ext cx="4455800" cy="475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>
            <a:spLocks noGrp="1"/>
          </p:cNvSpPr>
          <p:nvPr>
            <p:ph type="subTitle" idx="1"/>
          </p:nvPr>
        </p:nvSpPr>
        <p:spPr>
          <a:xfrm flipH="1">
            <a:off x="273887" y="2156759"/>
            <a:ext cx="4592610" cy="13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rgbClr val="D1D5DB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Crescente popularidade do Halloween no Brasil.</a:t>
            </a:r>
          </a:p>
          <a:p>
            <a:pPr marL="425450" indent="-285750"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rgbClr val="D1D5DB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Adoção de tradições norte-americanas, como fantasias e decorações assustadoras.</a:t>
            </a:r>
          </a:p>
          <a:p>
            <a:pPr marL="425450" indent="-285750"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rgbClr val="D1D5DB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Práticas comuns, incluindo festas com a brincadeira de "doces ou travessuras."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37"/>
          <p:cNvSpPr txBox="1">
            <a:spLocks noGrp="1"/>
          </p:cNvSpPr>
          <p:nvPr>
            <p:ph type="title"/>
          </p:nvPr>
        </p:nvSpPr>
        <p:spPr>
          <a:xfrm flipH="1">
            <a:off x="273887" y="853859"/>
            <a:ext cx="4454567" cy="13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dirty="0">
                <a:effectLst/>
                <a:latin typeface="Fontdiner Swanky" panose="020B0604020202020204" charset="0"/>
              </a:rPr>
              <a:t>Halloween no Brasil</a:t>
            </a:r>
            <a:endParaRPr sz="6600" dirty="0">
              <a:latin typeface="Fontdiner Swanky" panose="020B0604020202020204" charset="0"/>
            </a:endParaRPr>
          </a:p>
        </p:txBody>
      </p:sp>
      <p:pic>
        <p:nvPicPr>
          <p:cNvPr id="274" name="Google Shape;274;p3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3768" r="23773"/>
          <a:stretch/>
        </p:blipFill>
        <p:spPr>
          <a:xfrm>
            <a:off x="5096575" y="-50"/>
            <a:ext cx="4047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7"/>
          <p:cNvSpPr/>
          <p:nvPr/>
        </p:nvSpPr>
        <p:spPr>
          <a:xfrm flipH="1">
            <a:off x="4119282" y="3117050"/>
            <a:ext cx="977295" cy="2026470"/>
          </a:xfrm>
          <a:custGeom>
            <a:avLst/>
            <a:gdLst/>
            <a:ahLst/>
            <a:cxnLst/>
            <a:rect l="l" t="t" r="r" b="b"/>
            <a:pathLst>
              <a:path w="100856" h="209130" extrusionOk="0">
                <a:moveTo>
                  <a:pt x="66670" y="209129"/>
                </a:moveTo>
                <a:lnTo>
                  <a:pt x="64681" y="199340"/>
                </a:lnTo>
                <a:cubicBezTo>
                  <a:pt x="65867" y="186740"/>
                  <a:pt x="82290" y="183089"/>
                  <a:pt x="84680" y="182630"/>
                </a:cubicBezTo>
                <a:cubicBezTo>
                  <a:pt x="89689" y="191864"/>
                  <a:pt x="94718" y="200736"/>
                  <a:pt x="99670" y="209129"/>
                </a:cubicBezTo>
                <a:lnTo>
                  <a:pt x="100855" y="209129"/>
                </a:lnTo>
                <a:cubicBezTo>
                  <a:pt x="62349" y="144257"/>
                  <a:pt x="20439" y="48506"/>
                  <a:pt x="0" y="0"/>
                </a:cubicBezTo>
                <a:lnTo>
                  <a:pt x="0" y="2619"/>
                </a:lnTo>
                <a:cubicBezTo>
                  <a:pt x="3078" y="9904"/>
                  <a:pt x="6596" y="18164"/>
                  <a:pt x="10497" y="27169"/>
                </a:cubicBezTo>
                <a:cubicBezTo>
                  <a:pt x="9617" y="28297"/>
                  <a:pt x="5009" y="34186"/>
                  <a:pt x="0" y="40361"/>
                </a:cubicBezTo>
                <a:lnTo>
                  <a:pt x="0" y="41986"/>
                </a:lnTo>
                <a:cubicBezTo>
                  <a:pt x="4837" y="36059"/>
                  <a:pt x="9445" y="30171"/>
                  <a:pt x="10955" y="28240"/>
                </a:cubicBezTo>
                <a:cubicBezTo>
                  <a:pt x="12791" y="32465"/>
                  <a:pt x="14703" y="36843"/>
                  <a:pt x="16691" y="41375"/>
                </a:cubicBezTo>
                <a:cubicBezTo>
                  <a:pt x="15716" y="46174"/>
                  <a:pt x="6711" y="54376"/>
                  <a:pt x="0" y="59940"/>
                </a:cubicBezTo>
                <a:lnTo>
                  <a:pt x="0" y="61278"/>
                </a:lnTo>
                <a:cubicBezTo>
                  <a:pt x="6367" y="56058"/>
                  <a:pt x="15200" y="48143"/>
                  <a:pt x="17303" y="42790"/>
                </a:cubicBezTo>
                <a:cubicBezTo>
                  <a:pt x="18775" y="46097"/>
                  <a:pt x="20267" y="49481"/>
                  <a:pt x="21796" y="52923"/>
                </a:cubicBezTo>
                <a:cubicBezTo>
                  <a:pt x="21567" y="54013"/>
                  <a:pt x="18431" y="68983"/>
                  <a:pt x="13384" y="74796"/>
                </a:cubicBezTo>
                <a:cubicBezTo>
                  <a:pt x="13307" y="74853"/>
                  <a:pt x="13269" y="74910"/>
                  <a:pt x="13212" y="74987"/>
                </a:cubicBezTo>
                <a:cubicBezTo>
                  <a:pt x="12198" y="76115"/>
                  <a:pt x="11108" y="76860"/>
                  <a:pt x="9942" y="77052"/>
                </a:cubicBezTo>
                <a:lnTo>
                  <a:pt x="0" y="70360"/>
                </a:lnTo>
                <a:lnTo>
                  <a:pt x="0" y="71584"/>
                </a:lnTo>
                <a:lnTo>
                  <a:pt x="9407" y="77912"/>
                </a:lnTo>
                <a:cubicBezTo>
                  <a:pt x="10133" y="79901"/>
                  <a:pt x="18144" y="102060"/>
                  <a:pt x="17341" y="108580"/>
                </a:cubicBezTo>
                <a:lnTo>
                  <a:pt x="6501" y="112060"/>
                </a:lnTo>
                <a:lnTo>
                  <a:pt x="0" y="89269"/>
                </a:lnTo>
                <a:lnTo>
                  <a:pt x="0" y="92997"/>
                </a:lnTo>
                <a:lnTo>
                  <a:pt x="5526" y="112365"/>
                </a:lnTo>
                <a:lnTo>
                  <a:pt x="0" y="114144"/>
                </a:lnTo>
                <a:lnTo>
                  <a:pt x="0" y="115214"/>
                </a:lnTo>
                <a:lnTo>
                  <a:pt x="6080" y="113264"/>
                </a:lnTo>
                <a:cubicBezTo>
                  <a:pt x="8298" y="114622"/>
                  <a:pt x="30018" y="128120"/>
                  <a:pt x="33899" y="136093"/>
                </a:cubicBezTo>
                <a:lnTo>
                  <a:pt x="30629" y="148253"/>
                </a:lnTo>
                <a:cubicBezTo>
                  <a:pt x="27092" y="143836"/>
                  <a:pt x="9980" y="122747"/>
                  <a:pt x="0" y="116094"/>
                </a:cubicBezTo>
                <a:lnTo>
                  <a:pt x="0" y="117337"/>
                </a:lnTo>
                <a:cubicBezTo>
                  <a:pt x="10420" y="124659"/>
                  <a:pt x="28488" y="147201"/>
                  <a:pt x="30285" y="149476"/>
                </a:cubicBezTo>
                <a:lnTo>
                  <a:pt x="27226" y="160814"/>
                </a:lnTo>
                <a:cubicBezTo>
                  <a:pt x="24033" y="156474"/>
                  <a:pt x="9770" y="137221"/>
                  <a:pt x="0" y="125730"/>
                </a:cubicBezTo>
                <a:lnTo>
                  <a:pt x="0" y="127279"/>
                </a:lnTo>
                <a:cubicBezTo>
                  <a:pt x="8240" y="137106"/>
                  <a:pt x="19808" y="152440"/>
                  <a:pt x="26901" y="162076"/>
                </a:cubicBezTo>
                <a:lnTo>
                  <a:pt x="22274" y="179188"/>
                </a:lnTo>
                <a:cubicBezTo>
                  <a:pt x="18909" y="167315"/>
                  <a:pt x="6807" y="152478"/>
                  <a:pt x="0" y="144792"/>
                </a:cubicBezTo>
                <a:lnTo>
                  <a:pt x="0" y="146379"/>
                </a:lnTo>
                <a:cubicBezTo>
                  <a:pt x="7227" y="154658"/>
                  <a:pt x="19349" y="169877"/>
                  <a:pt x="21739" y="181215"/>
                </a:cubicBezTo>
                <a:lnTo>
                  <a:pt x="16137" y="201979"/>
                </a:lnTo>
                <a:cubicBezTo>
                  <a:pt x="13957" y="196491"/>
                  <a:pt x="6137" y="177066"/>
                  <a:pt x="0" y="164600"/>
                </a:cubicBezTo>
                <a:lnTo>
                  <a:pt x="0" y="166933"/>
                </a:lnTo>
                <a:cubicBezTo>
                  <a:pt x="6654" y="180813"/>
                  <a:pt x="14894" y="201596"/>
                  <a:pt x="15697" y="203623"/>
                </a:cubicBezTo>
                <a:lnTo>
                  <a:pt x="14206" y="209129"/>
                </a:lnTo>
                <a:lnTo>
                  <a:pt x="15257" y="209129"/>
                </a:lnTo>
                <a:lnTo>
                  <a:pt x="16691" y="203872"/>
                </a:lnTo>
                <a:cubicBezTo>
                  <a:pt x="27570" y="192209"/>
                  <a:pt x="58085" y="191310"/>
                  <a:pt x="61985" y="191253"/>
                </a:cubicBezTo>
                <a:lnTo>
                  <a:pt x="65637" y="209129"/>
                </a:lnTo>
                <a:lnTo>
                  <a:pt x="66670" y="209129"/>
                </a:lnTo>
                <a:close/>
                <a:moveTo>
                  <a:pt x="22504" y="54510"/>
                </a:moveTo>
                <a:cubicBezTo>
                  <a:pt x="25066" y="60284"/>
                  <a:pt x="27742" y="66249"/>
                  <a:pt x="30496" y="72310"/>
                </a:cubicBezTo>
                <a:cubicBezTo>
                  <a:pt x="30496" y="72348"/>
                  <a:pt x="30496" y="72387"/>
                  <a:pt x="30496" y="72425"/>
                </a:cubicBezTo>
                <a:cubicBezTo>
                  <a:pt x="30629" y="73075"/>
                  <a:pt x="30706" y="73725"/>
                  <a:pt x="30763" y="74375"/>
                </a:cubicBezTo>
                <a:cubicBezTo>
                  <a:pt x="28526" y="74318"/>
                  <a:pt x="20324" y="74126"/>
                  <a:pt x="14798" y="74604"/>
                </a:cubicBezTo>
                <a:cubicBezTo>
                  <a:pt x="18966" y="69021"/>
                  <a:pt x="21624" y="58410"/>
                  <a:pt x="22504" y="54510"/>
                </a:cubicBezTo>
                <a:close/>
                <a:moveTo>
                  <a:pt x="66975" y="148788"/>
                </a:moveTo>
                <a:cubicBezTo>
                  <a:pt x="68620" y="152058"/>
                  <a:pt x="70283" y="155308"/>
                  <a:pt x="71946" y="158539"/>
                </a:cubicBezTo>
                <a:cubicBezTo>
                  <a:pt x="66211" y="162191"/>
                  <a:pt x="62540" y="176741"/>
                  <a:pt x="61278" y="182630"/>
                </a:cubicBezTo>
                <a:lnTo>
                  <a:pt x="60456" y="178653"/>
                </a:lnTo>
                <a:cubicBezTo>
                  <a:pt x="60456" y="178653"/>
                  <a:pt x="60456" y="178653"/>
                  <a:pt x="60456" y="178653"/>
                </a:cubicBezTo>
                <a:lnTo>
                  <a:pt x="56249" y="157966"/>
                </a:lnTo>
                <a:cubicBezTo>
                  <a:pt x="58257" y="155002"/>
                  <a:pt x="63763" y="148081"/>
                  <a:pt x="66975" y="148788"/>
                </a:cubicBezTo>
                <a:close/>
                <a:moveTo>
                  <a:pt x="55217" y="158004"/>
                </a:moveTo>
                <a:lnTo>
                  <a:pt x="56976" y="166646"/>
                </a:lnTo>
                <a:cubicBezTo>
                  <a:pt x="55198" y="165575"/>
                  <a:pt x="51297" y="163281"/>
                  <a:pt x="46804" y="160948"/>
                </a:cubicBezTo>
                <a:cubicBezTo>
                  <a:pt x="45906" y="155327"/>
                  <a:pt x="43057" y="142402"/>
                  <a:pt x="41872" y="137125"/>
                </a:cubicBezTo>
                <a:cubicBezTo>
                  <a:pt x="46881" y="143760"/>
                  <a:pt x="53458" y="153052"/>
                  <a:pt x="55217" y="158004"/>
                </a:cubicBezTo>
                <a:close/>
                <a:moveTo>
                  <a:pt x="36881" y="128980"/>
                </a:moveTo>
                <a:lnTo>
                  <a:pt x="38640" y="122403"/>
                </a:lnTo>
                <a:cubicBezTo>
                  <a:pt x="44395" y="123302"/>
                  <a:pt x="49864" y="133187"/>
                  <a:pt x="50322" y="134047"/>
                </a:cubicBezTo>
                <a:lnTo>
                  <a:pt x="54337" y="153740"/>
                </a:lnTo>
                <a:cubicBezTo>
                  <a:pt x="49462" y="144792"/>
                  <a:pt x="38411" y="130892"/>
                  <a:pt x="36881" y="128980"/>
                </a:cubicBezTo>
                <a:close/>
                <a:moveTo>
                  <a:pt x="60800" y="136456"/>
                </a:moveTo>
                <a:cubicBezTo>
                  <a:pt x="62674" y="140223"/>
                  <a:pt x="64547" y="143989"/>
                  <a:pt x="66440" y="147717"/>
                </a:cubicBezTo>
                <a:cubicBezTo>
                  <a:pt x="62635" y="147794"/>
                  <a:pt x="57798" y="154027"/>
                  <a:pt x="55963" y="156589"/>
                </a:cubicBezTo>
                <a:lnTo>
                  <a:pt x="51393" y="134181"/>
                </a:lnTo>
                <a:cubicBezTo>
                  <a:pt x="55695" y="132192"/>
                  <a:pt x="60704" y="136380"/>
                  <a:pt x="60762" y="136418"/>
                </a:cubicBezTo>
                <a:cubicBezTo>
                  <a:pt x="60781" y="136437"/>
                  <a:pt x="60781" y="136437"/>
                  <a:pt x="60800" y="136456"/>
                </a:cubicBezTo>
                <a:close/>
                <a:moveTo>
                  <a:pt x="59863" y="134525"/>
                </a:moveTo>
                <a:cubicBezTo>
                  <a:pt x="57913" y="133320"/>
                  <a:pt x="54471" y="131753"/>
                  <a:pt x="51183" y="133148"/>
                </a:cubicBezTo>
                <a:lnTo>
                  <a:pt x="45313" y="104335"/>
                </a:lnTo>
                <a:cubicBezTo>
                  <a:pt x="50036" y="114354"/>
                  <a:pt x="54892" y="124468"/>
                  <a:pt x="59863" y="134525"/>
                </a:cubicBezTo>
                <a:close/>
                <a:moveTo>
                  <a:pt x="49711" y="131007"/>
                </a:moveTo>
                <a:cubicBezTo>
                  <a:pt x="47550" y="127661"/>
                  <a:pt x="43439" y="122212"/>
                  <a:pt x="38908" y="121428"/>
                </a:cubicBezTo>
                <a:lnTo>
                  <a:pt x="43956" y="102767"/>
                </a:lnTo>
                <a:close/>
                <a:moveTo>
                  <a:pt x="38277" y="119860"/>
                </a:moveTo>
                <a:cubicBezTo>
                  <a:pt x="37206" y="116132"/>
                  <a:pt x="34453" y="107911"/>
                  <a:pt x="30247" y="105502"/>
                </a:cubicBezTo>
                <a:lnTo>
                  <a:pt x="43286" y="101314"/>
                </a:lnTo>
                <a:close/>
                <a:moveTo>
                  <a:pt x="29348" y="104718"/>
                </a:moveTo>
                <a:cubicBezTo>
                  <a:pt x="29540" y="102175"/>
                  <a:pt x="29960" y="94737"/>
                  <a:pt x="28794" y="90932"/>
                </a:cubicBezTo>
                <a:lnTo>
                  <a:pt x="42866" y="100378"/>
                </a:lnTo>
                <a:close/>
                <a:moveTo>
                  <a:pt x="42885" y="99173"/>
                </a:moveTo>
                <a:lnTo>
                  <a:pt x="28010" y="89173"/>
                </a:lnTo>
                <a:cubicBezTo>
                  <a:pt x="29023" y="87663"/>
                  <a:pt x="32140" y="82329"/>
                  <a:pt x="31834" y="75254"/>
                </a:cubicBezTo>
                <a:cubicBezTo>
                  <a:pt x="35390" y="83074"/>
                  <a:pt x="39080" y="91066"/>
                  <a:pt x="42885" y="99173"/>
                </a:cubicBezTo>
                <a:close/>
                <a:moveTo>
                  <a:pt x="11051" y="77797"/>
                </a:moveTo>
                <a:cubicBezTo>
                  <a:pt x="12141" y="77319"/>
                  <a:pt x="13116" y="76612"/>
                  <a:pt x="13900" y="75713"/>
                </a:cubicBezTo>
                <a:cubicBezTo>
                  <a:pt x="19368" y="75121"/>
                  <a:pt x="28603" y="75331"/>
                  <a:pt x="30801" y="75388"/>
                </a:cubicBezTo>
                <a:cubicBezTo>
                  <a:pt x="31050" y="82061"/>
                  <a:pt x="28086" y="87185"/>
                  <a:pt x="27150" y="88600"/>
                </a:cubicBezTo>
                <a:close/>
                <a:moveTo>
                  <a:pt x="10841" y="78887"/>
                </a:moveTo>
                <a:lnTo>
                  <a:pt x="27016" y="89728"/>
                </a:lnTo>
                <a:cubicBezTo>
                  <a:pt x="28794" y="90932"/>
                  <a:pt x="28737" y="99613"/>
                  <a:pt x="28297" y="105062"/>
                </a:cubicBezTo>
                <a:lnTo>
                  <a:pt x="18412" y="108236"/>
                </a:lnTo>
                <a:cubicBezTo>
                  <a:pt x="18775" y="101678"/>
                  <a:pt x="12714" y="84126"/>
                  <a:pt x="10841" y="78887"/>
                </a:cubicBezTo>
                <a:close/>
                <a:moveTo>
                  <a:pt x="28775" y="105980"/>
                </a:moveTo>
                <a:cubicBezTo>
                  <a:pt x="34052" y="107452"/>
                  <a:pt x="37417" y="120472"/>
                  <a:pt x="37742" y="121830"/>
                </a:cubicBezTo>
                <a:lnTo>
                  <a:pt x="36193" y="127565"/>
                </a:lnTo>
                <a:cubicBezTo>
                  <a:pt x="32981" y="121371"/>
                  <a:pt x="21815" y="111677"/>
                  <a:pt x="18852" y="109153"/>
                </a:cubicBezTo>
                <a:close/>
                <a:moveTo>
                  <a:pt x="7361" y="112843"/>
                </a:moveTo>
                <a:lnTo>
                  <a:pt x="17705" y="109536"/>
                </a:lnTo>
                <a:cubicBezTo>
                  <a:pt x="19597" y="111123"/>
                  <a:pt x="33555" y="123015"/>
                  <a:pt x="35792" y="129133"/>
                </a:cubicBezTo>
                <a:lnTo>
                  <a:pt x="34281" y="134678"/>
                </a:lnTo>
                <a:cubicBezTo>
                  <a:pt x="29501" y="126896"/>
                  <a:pt x="11720" y="115558"/>
                  <a:pt x="7361" y="112843"/>
                </a:cubicBezTo>
                <a:close/>
                <a:moveTo>
                  <a:pt x="36556" y="130204"/>
                </a:moveTo>
                <a:cubicBezTo>
                  <a:pt x="37302" y="131160"/>
                  <a:pt x="38698" y="132919"/>
                  <a:pt x="40399" y="135156"/>
                </a:cubicBezTo>
                <a:cubicBezTo>
                  <a:pt x="40724" y="136647"/>
                  <a:pt x="44453" y="153109"/>
                  <a:pt x="45676" y="160355"/>
                </a:cubicBezTo>
                <a:cubicBezTo>
                  <a:pt x="40227" y="157583"/>
                  <a:pt x="34128" y="154926"/>
                  <a:pt x="30018" y="154448"/>
                </a:cubicBezTo>
                <a:close/>
                <a:moveTo>
                  <a:pt x="28067" y="161617"/>
                </a:moveTo>
                <a:lnTo>
                  <a:pt x="29750" y="155442"/>
                </a:lnTo>
                <a:cubicBezTo>
                  <a:pt x="37895" y="156302"/>
                  <a:pt x="55313" y="166837"/>
                  <a:pt x="57244" y="168022"/>
                </a:cubicBezTo>
                <a:lnTo>
                  <a:pt x="59232" y="177716"/>
                </a:lnTo>
                <a:cubicBezTo>
                  <a:pt x="54701" y="174963"/>
                  <a:pt x="36308" y="163912"/>
                  <a:pt x="28067" y="161617"/>
                </a:cubicBezTo>
                <a:close/>
                <a:moveTo>
                  <a:pt x="27819" y="162592"/>
                </a:moveTo>
                <a:cubicBezTo>
                  <a:pt x="36461" y="165040"/>
                  <a:pt x="57397" y="177792"/>
                  <a:pt x="59519" y="179093"/>
                </a:cubicBezTo>
                <a:lnTo>
                  <a:pt x="60551" y="184236"/>
                </a:lnTo>
                <a:cubicBezTo>
                  <a:pt x="49194" y="178653"/>
                  <a:pt x="27283" y="180259"/>
                  <a:pt x="22943" y="180641"/>
                </a:cubicBezTo>
                <a:close/>
                <a:moveTo>
                  <a:pt x="17208" y="201940"/>
                </a:moveTo>
                <a:lnTo>
                  <a:pt x="22657" y="181693"/>
                </a:lnTo>
                <a:cubicBezTo>
                  <a:pt x="25830" y="181406"/>
                  <a:pt x="49749" y="179494"/>
                  <a:pt x="60819" y="185517"/>
                </a:cubicBezTo>
                <a:lnTo>
                  <a:pt x="61775" y="190220"/>
                </a:lnTo>
                <a:cubicBezTo>
                  <a:pt x="57110" y="190297"/>
                  <a:pt x="29176" y="191195"/>
                  <a:pt x="17208" y="201940"/>
                </a:cubicBezTo>
                <a:close/>
                <a:moveTo>
                  <a:pt x="61794" y="185173"/>
                </a:moveTo>
                <a:cubicBezTo>
                  <a:pt x="62081" y="183643"/>
                  <a:pt x="65981" y="163663"/>
                  <a:pt x="72405" y="159457"/>
                </a:cubicBezTo>
                <a:cubicBezTo>
                  <a:pt x="76306" y="167009"/>
                  <a:pt x="80244" y="174466"/>
                  <a:pt x="84164" y="181693"/>
                </a:cubicBezTo>
                <a:cubicBezTo>
                  <a:pt x="81028" y="182362"/>
                  <a:pt x="67052" y="185861"/>
                  <a:pt x="64127" y="196644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37"/>
          <p:cNvSpPr/>
          <p:nvPr/>
        </p:nvSpPr>
        <p:spPr>
          <a:xfrm>
            <a:off x="4961405" y="-550076"/>
            <a:ext cx="365250" cy="6296575"/>
          </a:xfrm>
          <a:custGeom>
            <a:avLst/>
            <a:gdLst/>
            <a:ahLst/>
            <a:cxnLst/>
            <a:rect l="l" t="t" r="r" b="b"/>
            <a:pathLst>
              <a:path w="14610" h="251863" extrusionOk="0">
                <a:moveTo>
                  <a:pt x="14555" y="0"/>
                </a:moveTo>
                <a:cubicBezTo>
                  <a:pt x="13730" y="-29"/>
                  <a:pt x="2621" y="24522"/>
                  <a:pt x="1031" y="54433"/>
                </a:cubicBezTo>
                <a:cubicBezTo>
                  <a:pt x="-559" y="84344"/>
                  <a:pt x="5172" y="146563"/>
                  <a:pt x="5013" y="179464"/>
                </a:cubicBezTo>
                <a:cubicBezTo>
                  <a:pt x="4854" y="212365"/>
                  <a:pt x="-713" y="250825"/>
                  <a:pt x="77" y="251841"/>
                </a:cubicBezTo>
                <a:cubicBezTo>
                  <a:pt x="867" y="252857"/>
                  <a:pt x="8771" y="218430"/>
                  <a:pt x="9755" y="185558"/>
                </a:cubicBezTo>
                <a:cubicBezTo>
                  <a:pt x="10739" y="152686"/>
                  <a:pt x="5181" y="85534"/>
                  <a:pt x="5981" y="54608"/>
                </a:cubicBezTo>
                <a:cubicBezTo>
                  <a:pt x="6781" y="23682"/>
                  <a:pt x="15380" y="29"/>
                  <a:pt x="14555" y="0"/>
                </a:cubicBezTo>
                <a:close/>
              </a:path>
            </a:pathLst>
          </a:custGeom>
          <a:gradFill>
            <a:gsLst>
              <a:gs pos="0">
                <a:srgbClr val="FFF2CC"/>
              </a:gs>
              <a:gs pos="100000">
                <a:srgbClr val="FF8E70"/>
              </a:gs>
            </a:gsLst>
            <a:lin ang="5400012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220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"/>
          <p:cNvSpPr/>
          <p:nvPr/>
        </p:nvSpPr>
        <p:spPr>
          <a:xfrm>
            <a:off x="3426848" y="-3"/>
            <a:ext cx="1943946" cy="1463251"/>
          </a:xfrm>
          <a:custGeom>
            <a:avLst/>
            <a:gdLst/>
            <a:ahLst/>
            <a:cxnLst/>
            <a:rect l="l" t="t" r="r" b="b"/>
            <a:pathLst>
              <a:path w="285036" h="214553" extrusionOk="0">
                <a:moveTo>
                  <a:pt x="191519" y="49973"/>
                </a:moveTo>
                <a:cubicBezTo>
                  <a:pt x="190560" y="50910"/>
                  <a:pt x="177972" y="63788"/>
                  <a:pt x="174021" y="77470"/>
                </a:cubicBezTo>
                <a:cubicBezTo>
                  <a:pt x="170450" y="89768"/>
                  <a:pt x="169446" y="115903"/>
                  <a:pt x="169223" y="122978"/>
                </a:cubicBezTo>
                <a:lnTo>
                  <a:pt x="169223" y="132397"/>
                </a:lnTo>
                <a:cubicBezTo>
                  <a:pt x="169223" y="133156"/>
                  <a:pt x="168084" y="133156"/>
                  <a:pt x="168084" y="132397"/>
                </a:cubicBezTo>
                <a:lnTo>
                  <a:pt x="168084" y="125009"/>
                </a:lnTo>
                <a:cubicBezTo>
                  <a:pt x="168040" y="124920"/>
                  <a:pt x="168017" y="124853"/>
                  <a:pt x="168040" y="124764"/>
                </a:cubicBezTo>
                <a:cubicBezTo>
                  <a:pt x="168040" y="124719"/>
                  <a:pt x="168040" y="124049"/>
                  <a:pt x="168084" y="122956"/>
                </a:cubicBezTo>
                <a:lnTo>
                  <a:pt x="168084" y="85728"/>
                </a:lnTo>
                <a:cubicBezTo>
                  <a:pt x="164603" y="71109"/>
                  <a:pt x="155742" y="69859"/>
                  <a:pt x="154470" y="69747"/>
                </a:cubicBezTo>
                <a:lnTo>
                  <a:pt x="99520" y="99097"/>
                </a:lnTo>
                <a:lnTo>
                  <a:pt x="70483" y="132776"/>
                </a:lnTo>
                <a:cubicBezTo>
                  <a:pt x="70483" y="132776"/>
                  <a:pt x="70483" y="132776"/>
                  <a:pt x="70483" y="132776"/>
                </a:cubicBezTo>
                <a:lnTo>
                  <a:pt x="69300" y="134160"/>
                </a:lnTo>
                <a:cubicBezTo>
                  <a:pt x="68854" y="135544"/>
                  <a:pt x="63765" y="151457"/>
                  <a:pt x="63765" y="162125"/>
                </a:cubicBezTo>
                <a:lnTo>
                  <a:pt x="63765" y="183909"/>
                </a:lnTo>
                <a:cubicBezTo>
                  <a:pt x="63765" y="184668"/>
                  <a:pt x="62605" y="184668"/>
                  <a:pt x="62605" y="183909"/>
                </a:cubicBezTo>
                <a:lnTo>
                  <a:pt x="62605" y="154894"/>
                </a:lnTo>
                <a:cubicBezTo>
                  <a:pt x="61734" y="148020"/>
                  <a:pt x="58833" y="147306"/>
                  <a:pt x="58007" y="147239"/>
                </a:cubicBezTo>
                <a:lnTo>
                  <a:pt x="28256" y="181766"/>
                </a:lnTo>
                <a:cubicBezTo>
                  <a:pt x="27943" y="182369"/>
                  <a:pt x="24261" y="189979"/>
                  <a:pt x="23971" y="197055"/>
                </a:cubicBezTo>
                <a:lnTo>
                  <a:pt x="23971" y="213481"/>
                </a:lnTo>
                <a:cubicBezTo>
                  <a:pt x="23971" y="213794"/>
                  <a:pt x="23725" y="214039"/>
                  <a:pt x="23413" y="214039"/>
                </a:cubicBezTo>
                <a:lnTo>
                  <a:pt x="23413" y="214039"/>
                </a:lnTo>
                <a:cubicBezTo>
                  <a:pt x="23100" y="214039"/>
                  <a:pt x="22855" y="213794"/>
                  <a:pt x="22832" y="213481"/>
                </a:cubicBezTo>
                <a:cubicBezTo>
                  <a:pt x="22832" y="213392"/>
                  <a:pt x="22564" y="204531"/>
                  <a:pt x="22832" y="197032"/>
                </a:cubicBezTo>
                <a:lnTo>
                  <a:pt x="22832" y="188060"/>
                </a:lnTo>
                <a:lnTo>
                  <a:pt x="0" y="214553"/>
                </a:lnTo>
                <a:lnTo>
                  <a:pt x="0" y="212789"/>
                </a:lnTo>
                <a:lnTo>
                  <a:pt x="30756" y="177124"/>
                </a:lnTo>
                <a:cubicBezTo>
                  <a:pt x="32095" y="137396"/>
                  <a:pt x="7499" y="117220"/>
                  <a:pt x="5178" y="115412"/>
                </a:cubicBezTo>
                <a:lnTo>
                  <a:pt x="0" y="116305"/>
                </a:lnTo>
                <a:lnTo>
                  <a:pt x="0" y="115144"/>
                </a:lnTo>
                <a:lnTo>
                  <a:pt x="5245" y="114251"/>
                </a:lnTo>
                <a:lnTo>
                  <a:pt x="5245" y="114251"/>
                </a:lnTo>
                <a:lnTo>
                  <a:pt x="15891" y="112399"/>
                </a:lnTo>
                <a:cubicBezTo>
                  <a:pt x="16739" y="110747"/>
                  <a:pt x="21181" y="100726"/>
                  <a:pt x="10066" y="89388"/>
                </a:cubicBezTo>
                <a:lnTo>
                  <a:pt x="0" y="88272"/>
                </a:lnTo>
                <a:lnTo>
                  <a:pt x="0" y="87134"/>
                </a:lnTo>
                <a:cubicBezTo>
                  <a:pt x="1473" y="86866"/>
                  <a:pt x="30465" y="81376"/>
                  <a:pt x="41603" y="39528"/>
                </a:cubicBezTo>
                <a:lnTo>
                  <a:pt x="3683" y="1"/>
                </a:lnTo>
                <a:lnTo>
                  <a:pt x="5267" y="1"/>
                </a:lnTo>
                <a:lnTo>
                  <a:pt x="37407" y="33479"/>
                </a:lnTo>
                <a:cubicBezTo>
                  <a:pt x="37875" y="33792"/>
                  <a:pt x="46736" y="39505"/>
                  <a:pt x="58699" y="36894"/>
                </a:cubicBezTo>
                <a:cubicBezTo>
                  <a:pt x="70015" y="34439"/>
                  <a:pt x="80371" y="25534"/>
                  <a:pt x="89499" y="10468"/>
                </a:cubicBezTo>
                <a:lnTo>
                  <a:pt x="88406" y="1"/>
                </a:lnTo>
                <a:lnTo>
                  <a:pt x="89566" y="1"/>
                </a:lnTo>
                <a:lnTo>
                  <a:pt x="90637" y="10446"/>
                </a:lnTo>
                <a:cubicBezTo>
                  <a:pt x="91374" y="11741"/>
                  <a:pt x="100324" y="27118"/>
                  <a:pt x="117085" y="31917"/>
                </a:cubicBezTo>
                <a:cubicBezTo>
                  <a:pt x="128245" y="35109"/>
                  <a:pt x="140431" y="33011"/>
                  <a:pt x="153287" y="25668"/>
                </a:cubicBezTo>
                <a:lnTo>
                  <a:pt x="172570" y="1"/>
                </a:lnTo>
                <a:lnTo>
                  <a:pt x="173999" y="1"/>
                </a:lnTo>
                <a:lnTo>
                  <a:pt x="164469" y="12678"/>
                </a:lnTo>
                <a:cubicBezTo>
                  <a:pt x="166745" y="19932"/>
                  <a:pt x="171231" y="25333"/>
                  <a:pt x="177838" y="28725"/>
                </a:cubicBezTo>
                <a:cubicBezTo>
                  <a:pt x="197144" y="38724"/>
                  <a:pt x="228613" y="28636"/>
                  <a:pt x="229618" y="28324"/>
                </a:cubicBezTo>
                <a:lnTo>
                  <a:pt x="282625" y="1"/>
                </a:lnTo>
                <a:lnTo>
                  <a:pt x="285036" y="1"/>
                </a:lnTo>
                <a:close/>
                <a:moveTo>
                  <a:pt x="23971" y="186721"/>
                </a:moveTo>
                <a:lnTo>
                  <a:pt x="23971" y="189957"/>
                </a:lnTo>
                <a:cubicBezTo>
                  <a:pt x="24462" y="188172"/>
                  <a:pt x="25042" y="186431"/>
                  <a:pt x="25711" y="184712"/>
                </a:cubicBezTo>
                <a:close/>
                <a:moveTo>
                  <a:pt x="169223" y="102155"/>
                </a:moveTo>
                <a:cubicBezTo>
                  <a:pt x="169959" y="93115"/>
                  <a:pt x="171120" y="83384"/>
                  <a:pt x="172928" y="77157"/>
                </a:cubicBezTo>
                <a:cubicBezTo>
                  <a:pt x="176030" y="66422"/>
                  <a:pt x="184310" y="56200"/>
                  <a:pt x="188395" y="51625"/>
                </a:cubicBezTo>
                <a:lnTo>
                  <a:pt x="169223" y="61869"/>
                </a:lnTo>
                <a:lnTo>
                  <a:pt x="169223" y="102155"/>
                </a:lnTo>
                <a:close/>
                <a:moveTo>
                  <a:pt x="185806" y="51714"/>
                </a:moveTo>
                <a:cubicBezTo>
                  <a:pt x="167549" y="55731"/>
                  <a:pt x="141659" y="48768"/>
                  <a:pt x="138110" y="47786"/>
                </a:cubicBezTo>
                <a:lnTo>
                  <a:pt x="134316" y="52807"/>
                </a:lnTo>
                <a:cubicBezTo>
                  <a:pt x="141748" y="59771"/>
                  <a:pt x="165227" y="61445"/>
                  <a:pt x="167325" y="61579"/>
                </a:cubicBezTo>
                <a:close/>
                <a:moveTo>
                  <a:pt x="35130" y="109096"/>
                </a:moveTo>
                <a:lnTo>
                  <a:pt x="51066" y="106350"/>
                </a:lnTo>
                <a:cubicBezTo>
                  <a:pt x="51557" y="100592"/>
                  <a:pt x="44102" y="93941"/>
                  <a:pt x="43031" y="93026"/>
                </a:cubicBezTo>
                <a:lnTo>
                  <a:pt x="28033" y="91374"/>
                </a:lnTo>
                <a:cubicBezTo>
                  <a:pt x="30131" y="93472"/>
                  <a:pt x="36291" y="100458"/>
                  <a:pt x="35130" y="109096"/>
                </a:cubicBezTo>
                <a:close/>
                <a:moveTo>
                  <a:pt x="78273" y="101664"/>
                </a:moveTo>
                <a:lnTo>
                  <a:pt x="95057" y="98762"/>
                </a:lnTo>
                <a:lnTo>
                  <a:pt x="77112" y="96776"/>
                </a:lnTo>
                <a:cubicBezTo>
                  <a:pt x="77692" y="97959"/>
                  <a:pt x="78474" y="99967"/>
                  <a:pt x="78273" y="101664"/>
                </a:cubicBezTo>
                <a:close/>
                <a:moveTo>
                  <a:pt x="122933" y="66043"/>
                </a:moveTo>
                <a:cubicBezTo>
                  <a:pt x="122933" y="65931"/>
                  <a:pt x="122911" y="65864"/>
                  <a:pt x="122911" y="65842"/>
                </a:cubicBezTo>
                <a:cubicBezTo>
                  <a:pt x="122888" y="65529"/>
                  <a:pt x="123134" y="65261"/>
                  <a:pt x="123446" y="65217"/>
                </a:cubicBezTo>
                <a:cubicBezTo>
                  <a:pt x="123469" y="65217"/>
                  <a:pt x="123513" y="65217"/>
                  <a:pt x="123558" y="65239"/>
                </a:cubicBezTo>
                <a:lnTo>
                  <a:pt x="125522" y="62605"/>
                </a:lnTo>
                <a:cubicBezTo>
                  <a:pt x="120835" y="62181"/>
                  <a:pt x="101909" y="60106"/>
                  <a:pt x="95235" y="55017"/>
                </a:cubicBezTo>
                <a:lnTo>
                  <a:pt x="95882" y="61289"/>
                </a:lnTo>
                <a:cubicBezTo>
                  <a:pt x="97088" y="62605"/>
                  <a:pt x="107734" y="73787"/>
                  <a:pt x="119496" y="70529"/>
                </a:cubicBezTo>
                <a:cubicBezTo>
                  <a:pt x="119518" y="70529"/>
                  <a:pt x="119541" y="70529"/>
                  <a:pt x="119563" y="70529"/>
                </a:cubicBezTo>
                <a:close/>
                <a:moveTo>
                  <a:pt x="119585" y="72426"/>
                </a:moveTo>
                <a:cubicBezTo>
                  <a:pt x="121862" y="74122"/>
                  <a:pt x="124785" y="75059"/>
                  <a:pt x="127754" y="75506"/>
                </a:cubicBezTo>
                <a:cubicBezTo>
                  <a:pt x="124875" y="73296"/>
                  <a:pt x="123692" y="69725"/>
                  <a:pt x="123201" y="67583"/>
                </a:cubicBezTo>
                <a:close/>
                <a:moveTo>
                  <a:pt x="96061" y="63141"/>
                </a:moveTo>
                <a:lnTo>
                  <a:pt x="97512" y="77135"/>
                </a:lnTo>
                <a:cubicBezTo>
                  <a:pt x="98360" y="77961"/>
                  <a:pt x="103538" y="82759"/>
                  <a:pt x="110501" y="82581"/>
                </a:cubicBezTo>
                <a:lnTo>
                  <a:pt x="118514" y="71935"/>
                </a:lnTo>
                <a:cubicBezTo>
                  <a:pt x="108180" y="73988"/>
                  <a:pt x="99208" y="66266"/>
                  <a:pt x="96061" y="63141"/>
                </a:cubicBezTo>
                <a:close/>
                <a:moveTo>
                  <a:pt x="94856" y="62628"/>
                </a:moveTo>
                <a:cubicBezTo>
                  <a:pt x="91932" y="64927"/>
                  <a:pt x="81844" y="72069"/>
                  <a:pt x="72693" y="70261"/>
                </a:cubicBezTo>
                <a:lnTo>
                  <a:pt x="80192" y="78072"/>
                </a:lnTo>
                <a:cubicBezTo>
                  <a:pt x="83942" y="78876"/>
                  <a:pt x="93539" y="80148"/>
                  <a:pt x="96373" y="77180"/>
                </a:cubicBezTo>
                <a:close/>
                <a:moveTo>
                  <a:pt x="70952" y="70105"/>
                </a:moveTo>
                <a:cubicBezTo>
                  <a:pt x="68921" y="73430"/>
                  <a:pt x="59346" y="88116"/>
                  <a:pt x="46490" y="92267"/>
                </a:cubicBezTo>
                <a:lnTo>
                  <a:pt x="56958" y="93406"/>
                </a:lnTo>
                <a:cubicBezTo>
                  <a:pt x="63118" y="91151"/>
                  <a:pt x="78607" y="84344"/>
                  <a:pt x="79299" y="78787"/>
                </a:cubicBezTo>
                <a:close/>
                <a:moveTo>
                  <a:pt x="59413" y="93673"/>
                </a:moveTo>
                <a:lnTo>
                  <a:pt x="76063" y="95526"/>
                </a:lnTo>
                <a:cubicBezTo>
                  <a:pt x="80326" y="94388"/>
                  <a:pt x="85973" y="88786"/>
                  <a:pt x="87446" y="87268"/>
                </a:cubicBezTo>
                <a:lnTo>
                  <a:pt x="80259" y="79769"/>
                </a:lnTo>
                <a:cubicBezTo>
                  <a:pt x="78340" y="85616"/>
                  <a:pt x="64837" y="91531"/>
                  <a:pt x="59413" y="93673"/>
                </a:cubicBezTo>
                <a:close/>
                <a:moveTo>
                  <a:pt x="78496" y="95794"/>
                </a:moveTo>
                <a:lnTo>
                  <a:pt x="97646" y="97892"/>
                </a:lnTo>
                <a:lnTo>
                  <a:pt x="88249" y="88094"/>
                </a:lnTo>
                <a:cubicBezTo>
                  <a:pt x="86888" y="89500"/>
                  <a:pt x="82580" y="93785"/>
                  <a:pt x="78496" y="95794"/>
                </a:cubicBezTo>
                <a:close/>
                <a:moveTo>
                  <a:pt x="75751" y="96642"/>
                </a:moveTo>
                <a:lnTo>
                  <a:pt x="58074" y="94678"/>
                </a:lnTo>
                <a:cubicBezTo>
                  <a:pt x="59793" y="98316"/>
                  <a:pt x="58119" y="103204"/>
                  <a:pt x="57226" y="105279"/>
                </a:cubicBezTo>
                <a:lnTo>
                  <a:pt x="77067" y="101864"/>
                </a:lnTo>
                <a:cubicBezTo>
                  <a:pt x="77492" y="100280"/>
                  <a:pt x="76398" y="97780"/>
                  <a:pt x="75751" y="96642"/>
                </a:cubicBezTo>
                <a:close/>
                <a:moveTo>
                  <a:pt x="56668" y="94521"/>
                </a:moveTo>
                <a:lnTo>
                  <a:pt x="44995" y="93249"/>
                </a:lnTo>
                <a:cubicBezTo>
                  <a:pt x="47472" y="95593"/>
                  <a:pt x="52472" y="100994"/>
                  <a:pt x="52226" y="106150"/>
                </a:cubicBezTo>
                <a:lnTo>
                  <a:pt x="55864" y="105525"/>
                </a:lnTo>
                <a:cubicBezTo>
                  <a:pt x="56467" y="104253"/>
                  <a:pt x="59078" y="98159"/>
                  <a:pt x="56668" y="94544"/>
                </a:cubicBezTo>
                <a:close/>
                <a:moveTo>
                  <a:pt x="43254" y="91910"/>
                </a:moveTo>
                <a:cubicBezTo>
                  <a:pt x="57360" y="89388"/>
                  <a:pt x="68475" y="71957"/>
                  <a:pt x="70149" y="69234"/>
                </a:cubicBezTo>
                <a:lnTo>
                  <a:pt x="57337" y="55910"/>
                </a:lnTo>
                <a:cubicBezTo>
                  <a:pt x="56534" y="61512"/>
                  <a:pt x="51959" y="85192"/>
                  <a:pt x="32251" y="90683"/>
                </a:cubicBezTo>
                <a:close/>
                <a:moveTo>
                  <a:pt x="64323" y="61534"/>
                </a:moveTo>
                <a:cubicBezTo>
                  <a:pt x="66957" y="61244"/>
                  <a:pt x="88517" y="58432"/>
                  <a:pt x="93137" y="45978"/>
                </a:cubicBezTo>
                <a:lnTo>
                  <a:pt x="92222" y="36872"/>
                </a:lnTo>
                <a:cubicBezTo>
                  <a:pt x="88696" y="40755"/>
                  <a:pt x="75036" y="54593"/>
                  <a:pt x="58230" y="55196"/>
                </a:cubicBezTo>
                <a:close/>
                <a:moveTo>
                  <a:pt x="65328" y="62583"/>
                </a:moveTo>
                <a:lnTo>
                  <a:pt x="71175" y="68654"/>
                </a:lnTo>
                <a:cubicBezTo>
                  <a:pt x="80839" y="72046"/>
                  <a:pt x="92936" y="62717"/>
                  <a:pt x="94722" y="61266"/>
                </a:cubicBezTo>
                <a:lnTo>
                  <a:pt x="93383" y="48210"/>
                </a:lnTo>
                <a:cubicBezTo>
                  <a:pt x="87669" y="59034"/>
                  <a:pt x="70059" y="61980"/>
                  <a:pt x="65328" y="62583"/>
                </a:cubicBezTo>
                <a:close/>
                <a:moveTo>
                  <a:pt x="95057" y="53343"/>
                </a:moveTo>
                <a:cubicBezTo>
                  <a:pt x="100525" y="59057"/>
                  <a:pt x="123402" y="61266"/>
                  <a:pt x="126325" y="61534"/>
                </a:cubicBezTo>
                <a:lnTo>
                  <a:pt x="136235" y="48366"/>
                </a:lnTo>
                <a:cubicBezTo>
                  <a:pt x="123647" y="52116"/>
                  <a:pt x="98605" y="39349"/>
                  <a:pt x="93316" y="36537"/>
                </a:cubicBezTo>
                <a:close/>
                <a:moveTo>
                  <a:pt x="168084" y="81666"/>
                </a:moveTo>
                <a:lnTo>
                  <a:pt x="168084" y="62472"/>
                </a:lnTo>
                <a:lnTo>
                  <a:pt x="156099" y="68877"/>
                </a:lnTo>
                <a:cubicBezTo>
                  <a:pt x="158978" y="69614"/>
                  <a:pt x="164736" y="72247"/>
                  <a:pt x="168084" y="81666"/>
                </a:cubicBezTo>
                <a:close/>
                <a:moveTo>
                  <a:pt x="165428" y="62605"/>
                </a:moveTo>
                <a:cubicBezTo>
                  <a:pt x="159246" y="62092"/>
                  <a:pt x="140520" y="60061"/>
                  <a:pt x="133624" y="53722"/>
                </a:cubicBezTo>
                <a:lnTo>
                  <a:pt x="130053" y="58476"/>
                </a:lnTo>
                <a:cubicBezTo>
                  <a:pt x="131928" y="60262"/>
                  <a:pt x="141592" y="69078"/>
                  <a:pt x="151992" y="69770"/>
                </a:cubicBezTo>
                <a:close/>
                <a:moveTo>
                  <a:pt x="150207" y="70730"/>
                </a:moveTo>
                <a:cubicBezTo>
                  <a:pt x="140186" y="69279"/>
                  <a:pt x="131437" y="61400"/>
                  <a:pt x="129361" y="59391"/>
                </a:cubicBezTo>
                <a:lnTo>
                  <a:pt x="124138" y="66355"/>
                </a:lnTo>
                <a:cubicBezTo>
                  <a:pt x="124451" y="68252"/>
                  <a:pt x="125790" y="74144"/>
                  <a:pt x="130700" y="75818"/>
                </a:cubicBezTo>
                <a:cubicBezTo>
                  <a:pt x="134561" y="75997"/>
                  <a:pt x="138422" y="75729"/>
                  <a:pt x="142217" y="74992"/>
                </a:cubicBezTo>
                <a:close/>
                <a:moveTo>
                  <a:pt x="139092" y="76666"/>
                </a:moveTo>
                <a:cubicBezTo>
                  <a:pt x="137083" y="76912"/>
                  <a:pt x="135075" y="77046"/>
                  <a:pt x="133043" y="77046"/>
                </a:cubicBezTo>
                <a:cubicBezTo>
                  <a:pt x="128334" y="77046"/>
                  <a:pt x="122844" y="76265"/>
                  <a:pt x="118893" y="73318"/>
                </a:cubicBezTo>
                <a:lnTo>
                  <a:pt x="116483" y="76532"/>
                </a:lnTo>
                <a:cubicBezTo>
                  <a:pt x="117108" y="77805"/>
                  <a:pt x="119741" y="82759"/>
                  <a:pt x="123513" y="84991"/>
                </a:cubicBezTo>
                <a:close/>
                <a:moveTo>
                  <a:pt x="114340" y="89879"/>
                </a:moveTo>
                <a:lnTo>
                  <a:pt x="122330" y="85616"/>
                </a:lnTo>
                <a:cubicBezTo>
                  <a:pt x="118983" y="83340"/>
                  <a:pt x="116639" y="79300"/>
                  <a:pt x="115724" y="77559"/>
                </a:cubicBezTo>
                <a:lnTo>
                  <a:pt x="111394" y="83295"/>
                </a:lnTo>
                <a:cubicBezTo>
                  <a:pt x="111573" y="84322"/>
                  <a:pt x="112443" y="88384"/>
                  <a:pt x="114340" y="89879"/>
                </a:cubicBezTo>
                <a:close/>
                <a:moveTo>
                  <a:pt x="113247" y="90459"/>
                </a:moveTo>
                <a:cubicBezTo>
                  <a:pt x="111707" y="88919"/>
                  <a:pt x="110858" y="86152"/>
                  <a:pt x="110479" y="84523"/>
                </a:cubicBezTo>
                <a:lnTo>
                  <a:pt x="101172" y="96910"/>
                </a:lnTo>
                <a:close/>
                <a:moveTo>
                  <a:pt x="99565" y="97133"/>
                </a:moveTo>
                <a:lnTo>
                  <a:pt x="109653" y="83719"/>
                </a:lnTo>
                <a:cubicBezTo>
                  <a:pt x="103984" y="83563"/>
                  <a:pt x="99654" y="80528"/>
                  <a:pt x="97690" y="78854"/>
                </a:cubicBezTo>
                <a:close/>
                <a:moveTo>
                  <a:pt x="96507" y="78563"/>
                </a:moveTo>
                <a:cubicBezTo>
                  <a:pt x="92959" y="81063"/>
                  <a:pt x="85102" y="80103"/>
                  <a:pt x="81554" y="79501"/>
                </a:cubicBezTo>
                <a:lnTo>
                  <a:pt x="98404" y="97044"/>
                </a:lnTo>
                <a:close/>
                <a:moveTo>
                  <a:pt x="97668" y="99476"/>
                </a:moveTo>
                <a:lnTo>
                  <a:pt x="86040" y="101485"/>
                </a:lnTo>
                <a:cubicBezTo>
                  <a:pt x="86553" y="103047"/>
                  <a:pt x="87781" y="107176"/>
                  <a:pt x="87446" y="111350"/>
                </a:cubicBezTo>
                <a:close/>
                <a:moveTo>
                  <a:pt x="86084" y="112935"/>
                </a:moveTo>
                <a:cubicBezTo>
                  <a:pt x="86999" y="108359"/>
                  <a:pt x="85392" y="103181"/>
                  <a:pt x="84879" y="101686"/>
                </a:cubicBezTo>
                <a:lnTo>
                  <a:pt x="78518" y="102779"/>
                </a:lnTo>
                <a:cubicBezTo>
                  <a:pt x="79835" y="104766"/>
                  <a:pt x="83183" y="110390"/>
                  <a:pt x="82915" y="116617"/>
                </a:cubicBezTo>
                <a:close/>
                <a:moveTo>
                  <a:pt x="81621" y="118090"/>
                </a:moveTo>
                <a:cubicBezTo>
                  <a:pt x="82670" y="111194"/>
                  <a:pt x="78250" y="104386"/>
                  <a:pt x="77268" y="102980"/>
                </a:cubicBezTo>
                <a:lnTo>
                  <a:pt x="64279" y="105235"/>
                </a:lnTo>
                <a:cubicBezTo>
                  <a:pt x="66801" y="108136"/>
                  <a:pt x="75461" y="118380"/>
                  <a:pt x="76956" y="123491"/>
                </a:cubicBezTo>
                <a:close/>
                <a:moveTo>
                  <a:pt x="76018" y="124585"/>
                </a:moveTo>
                <a:cubicBezTo>
                  <a:pt x="75661" y="120635"/>
                  <a:pt x="66711" y="109698"/>
                  <a:pt x="62962" y="105458"/>
                </a:cubicBezTo>
                <a:lnTo>
                  <a:pt x="52695" y="107221"/>
                </a:lnTo>
                <a:cubicBezTo>
                  <a:pt x="53186" y="107801"/>
                  <a:pt x="53900" y="108649"/>
                  <a:pt x="54726" y="109721"/>
                </a:cubicBezTo>
                <a:cubicBezTo>
                  <a:pt x="60551" y="112421"/>
                  <a:pt x="68363" y="127687"/>
                  <a:pt x="70193" y="131370"/>
                </a:cubicBezTo>
                <a:close/>
                <a:moveTo>
                  <a:pt x="68363" y="133490"/>
                </a:moveTo>
                <a:lnTo>
                  <a:pt x="69367" y="132307"/>
                </a:lnTo>
                <a:cubicBezTo>
                  <a:pt x="68318" y="130165"/>
                  <a:pt x="62292" y="118113"/>
                  <a:pt x="57025" y="112845"/>
                </a:cubicBezTo>
                <a:cubicBezTo>
                  <a:pt x="61221" y="118916"/>
                  <a:pt x="66377" y="128335"/>
                  <a:pt x="65372" y="136972"/>
                </a:cubicBezTo>
                <a:lnTo>
                  <a:pt x="68363" y="133490"/>
                </a:lnTo>
                <a:close/>
                <a:moveTo>
                  <a:pt x="63765" y="151390"/>
                </a:moveTo>
                <a:cubicBezTo>
                  <a:pt x="64725" y="146301"/>
                  <a:pt x="65953" y="141280"/>
                  <a:pt x="67426" y="136325"/>
                </a:cubicBezTo>
                <a:lnTo>
                  <a:pt x="63765" y="140588"/>
                </a:lnTo>
                <a:close/>
                <a:moveTo>
                  <a:pt x="62605" y="150207"/>
                </a:moveTo>
                <a:lnTo>
                  <a:pt x="62605" y="141905"/>
                </a:lnTo>
                <a:lnTo>
                  <a:pt x="58877" y="146257"/>
                </a:lnTo>
                <a:cubicBezTo>
                  <a:pt x="59926" y="146569"/>
                  <a:pt x="61489" y="147507"/>
                  <a:pt x="62605" y="150207"/>
                </a:cubicBezTo>
                <a:close/>
                <a:moveTo>
                  <a:pt x="58833" y="144538"/>
                </a:moveTo>
                <a:lnTo>
                  <a:pt x="63922" y="138646"/>
                </a:lnTo>
                <a:cubicBezTo>
                  <a:pt x="66935" y="125813"/>
                  <a:pt x="53231" y="109587"/>
                  <a:pt x="51378" y="107444"/>
                </a:cubicBezTo>
                <a:lnTo>
                  <a:pt x="34148" y="110413"/>
                </a:lnTo>
                <a:cubicBezTo>
                  <a:pt x="48611" y="117956"/>
                  <a:pt x="57092" y="139673"/>
                  <a:pt x="58833" y="144538"/>
                </a:cubicBezTo>
                <a:close/>
                <a:moveTo>
                  <a:pt x="57985" y="145520"/>
                </a:moveTo>
                <a:cubicBezTo>
                  <a:pt x="56936" y="142552"/>
                  <a:pt x="47740" y="117599"/>
                  <a:pt x="32206" y="110747"/>
                </a:cubicBezTo>
                <a:lnTo>
                  <a:pt x="18480" y="113113"/>
                </a:lnTo>
                <a:cubicBezTo>
                  <a:pt x="25801" y="115970"/>
                  <a:pt x="50262" y="127486"/>
                  <a:pt x="51222" y="153376"/>
                </a:cubicBezTo>
                <a:close/>
                <a:moveTo>
                  <a:pt x="6673" y="115144"/>
                </a:moveTo>
                <a:cubicBezTo>
                  <a:pt x="11539" y="119251"/>
                  <a:pt x="32608" y="139159"/>
                  <a:pt x="31916" y="175785"/>
                </a:cubicBezTo>
                <a:lnTo>
                  <a:pt x="50128" y="154649"/>
                </a:lnTo>
                <a:cubicBezTo>
                  <a:pt x="49928" y="125165"/>
                  <a:pt x="18480" y="114251"/>
                  <a:pt x="16226" y="113515"/>
                </a:cubicBezTo>
                <a:close/>
                <a:moveTo>
                  <a:pt x="17253" y="112176"/>
                </a:moveTo>
                <a:lnTo>
                  <a:pt x="34840" y="109140"/>
                </a:lnTo>
                <a:lnTo>
                  <a:pt x="27586" y="91330"/>
                </a:lnTo>
                <a:lnTo>
                  <a:pt x="11829" y="89589"/>
                </a:lnTo>
                <a:cubicBezTo>
                  <a:pt x="21114" y="99789"/>
                  <a:pt x="18480" y="109140"/>
                  <a:pt x="17253" y="112176"/>
                </a:cubicBezTo>
                <a:close/>
                <a:moveTo>
                  <a:pt x="3214" y="87491"/>
                </a:moveTo>
                <a:lnTo>
                  <a:pt x="28725" y="90303"/>
                </a:lnTo>
                <a:cubicBezTo>
                  <a:pt x="52070" y="86598"/>
                  <a:pt x="55998" y="57762"/>
                  <a:pt x="56333" y="54861"/>
                </a:cubicBezTo>
                <a:lnTo>
                  <a:pt x="42518" y="40465"/>
                </a:lnTo>
                <a:cubicBezTo>
                  <a:pt x="33054" y="75149"/>
                  <a:pt x="11338" y="84991"/>
                  <a:pt x="3214" y="87491"/>
                </a:cubicBezTo>
                <a:close/>
                <a:moveTo>
                  <a:pt x="89678" y="12343"/>
                </a:moveTo>
                <a:cubicBezTo>
                  <a:pt x="80572" y="26917"/>
                  <a:pt x="70238" y="35555"/>
                  <a:pt x="58900" y="38010"/>
                </a:cubicBezTo>
                <a:cubicBezTo>
                  <a:pt x="56735" y="38501"/>
                  <a:pt x="54525" y="38724"/>
                  <a:pt x="52316" y="38724"/>
                </a:cubicBezTo>
                <a:cubicBezTo>
                  <a:pt x="48053" y="38724"/>
                  <a:pt x="43834" y="37831"/>
                  <a:pt x="39929" y="36113"/>
                </a:cubicBezTo>
                <a:lnTo>
                  <a:pt x="57159" y="54080"/>
                </a:lnTo>
                <a:cubicBezTo>
                  <a:pt x="75594" y="54035"/>
                  <a:pt x="90459" y="37206"/>
                  <a:pt x="92044" y="35332"/>
                </a:cubicBezTo>
                <a:close/>
                <a:moveTo>
                  <a:pt x="116773" y="33011"/>
                </a:moveTo>
                <a:cubicBezTo>
                  <a:pt x="102712" y="28971"/>
                  <a:pt x="94030" y="17744"/>
                  <a:pt x="90905" y="13035"/>
                </a:cubicBezTo>
                <a:lnTo>
                  <a:pt x="93182" y="35153"/>
                </a:lnTo>
                <a:cubicBezTo>
                  <a:pt x="96150" y="36760"/>
                  <a:pt x="125701" y="52383"/>
                  <a:pt x="137507" y="46647"/>
                </a:cubicBezTo>
                <a:lnTo>
                  <a:pt x="151613" y="27877"/>
                </a:lnTo>
                <a:cubicBezTo>
                  <a:pt x="139293" y="34372"/>
                  <a:pt x="127598" y="36113"/>
                  <a:pt x="116773" y="33011"/>
                </a:cubicBezTo>
                <a:close/>
                <a:moveTo>
                  <a:pt x="199376" y="34260"/>
                </a:moveTo>
                <a:cubicBezTo>
                  <a:pt x="191720" y="34260"/>
                  <a:pt x="183842" y="33122"/>
                  <a:pt x="177302" y="29752"/>
                </a:cubicBezTo>
                <a:cubicBezTo>
                  <a:pt x="170673" y="26315"/>
                  <a:pt x="166098" y="20936"/>
                  <a:pt x="163665" y="13772"/>
                </a:cubicBezTo>
                <a:lnTo>
                  <a:pt x="138846" y="46781"/>
                </a:lnTo>
                <a:cubicBezTo>
                  <a:pt x="140431" y="47228"/>
                  <a:pt x="144292" y="48210"/>
                  <a:pt x="149403" y="49214"/>
                </a:cubicBezTo>
                <a:cubicBezTo>
                  <a:pt x="168665" y="50509"/>
                  <a:pt x="192724" y="38032"/>
                  <a:pt x="199487" y="34260"/>
                </a:cubicBezTo>
                <a:cubicBezTo>
                  <a:pt x="199442" y="34260"/>
                  <a:pt x="199398" y="34260"/>
                  <a:pt x="199376" y="34260"/>
                </a:cubicBezTo>
                <a:close/>
                <a:moveTo>
                  <a:pt x="201853" y="34216"/>
                </a:moveTo>
                <a:cubicBezTo>
                  <a:pt x="200670" y="34930"/>
                  <a:pt x="176945" y="48857"/>
                  <a:pt x="155764" y="50308"/>
                </a:cubicBezTo>
                <a:cubicBezTo>
                  <a:pt x="166968" y="52026"/>
                  <a:pt x="181141" y="52919"/>
                  <a:pt x="190939" y="48969"/>
                </a:cubicBezTo>
                <a:lnTo>
                  <a:pt x="224931" y="30823"/>
                </a:lnTo>
                <a:cubicBezTo>
                  <a:pt x="219708" y="32140"/>
                  <a:pt x="211093" y="33948"/>
                  <a:pt x="201853" y="34216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2"/>
          <p:cNvSpPr/>
          <p:nvPr/>
        </p:nvSpPr>
        <p:spPr>
          <a:xfrm rot="5400000">
            <a:off x="3121759" y="3511069"/>
            <a:ext cx="1937187" cy="1326846"/>
          </a:xfrm>
          <a:custGeom>
            <a:avLst/>
            <a:gdLst/>
            <a:ahLst/>
            <a:cxnLst/>
            <a:rect l="l" t="t" r="r" b="b"/>
            <a:pathLst>
              <a:path w="285090" h="195268" extrusionOk="0">
                <a:moveTo>
                  <a:pt x="285089" y="0"/>
                </a:moveTo>
                <a:lnTo>
                  <a:pt x="285089" y="1156"/>
                </a:lnTo>
                <a:cubicBezTo>
                  <a:pt x="277678" y="6627"/>
                  <a:pt x="268224" y="13604"/>
                  <a:pt x="257200" y="21655"/>
                </a:cubicBezTo>
                <a:lnTo>
                  <a:pt x="243781" y="97087"/>
                </a:lnTo>
                <a:cubicBezTo>
                  <a:pt x="254330" y="102227"/>
                  <a:pt x="268595" y="95683"/>
                  <a:pt x="269916" y="95064"/>
                </a:cubicBezTo>
                <a:lnTo>
                  <a:pt x="285089" y="72789"/>
                </a:lnTo>
                <a:lnTo>
                  <a:pt x="285089" y="74420"/>
                </a:lnTo>
                <a:lnTo>
                  <a:pt x="270742" y="95456"/>
                </a:lnTo>
                <a:cubicBezTo>
                  <a:pt x="273612" y="101897"/>
                  <a:pt x="279227" y="110691"/>
                  <a:pt x="285089" y="119176"/>
                </a:cubicBezTo>
                <a:lnTo>
                  <a:pt x="285089" y="120786"/>
                </a:lnTo>
                <a:cubicBezTo>
                  <a:pt x="279082" y="112157"/>
                  <a:pt x="273219" y="103053"/>
                  <a:pt x="270143" y="96344"/>
                </a:cubicBezTo>
                <a:lnTo>
                  <a:pt x="255218" y="118267"/>
                </a:lnTo>
                <a:cubicBezTo>
                  <a:pt x="263083" y="123985"/>
                  <a:pt x="276357" y="125492"/>
                  <a:pt x="277761" y="125637"/>
                </a:cubicBezTo>
                <a:lnTo>
                  <a:pt x="285089" y="121921"/>
                </a:lnTo>
                <a:lnTo>
                  <a:pt x="285089" y="122953"/>
                </a:lnTo>
                <a:lnTo>
                  <a:pt x="278194" y="126463"/>
                </a:lnTo>
                <a:cubicBezTo>
                  <a:pt x="271547" y="138601"/>
                  <a:pt x="279536" y="164612"/>
                  <a:pt x="280300" y="167048"/>
                </a:cubicBezTo>
                <a:lnTo>
                  <a:pt x="285089" y="169030"/>
                </a:lnTo>
                <a:lnTo>
                  <a:pt x="285089" y="170041"/>
                </a:lnTo>
                <a:lnTo>
                  <a:pt x="280011" y="167915"/>
                </a:lnTo>
                <a:cubicBezTo>
                  <a:pt x="273901" y="172477"/>
                  <a:pt x="259883" y="188497"/>
                  <a:pt x="258005" y="190664"/>
                </a:cubicBezTo>
                <a:lnTo>
                  <a:pt x="260544" y="195268"/>
                </a:lnTo>
                <a:lnTo>
                  <a:pt x="259491" y="195268"/>
                </a:lnTo>
                <a:lnTo>
                  <a:pt x="257076" y="190891"/>
                </a:lnTo>
                <a:cubicBezTo>
                  <a:pt x="253752" y="187609"/>
                  <a:pt x="248571" y="184554"/>
                  <a:pt x="242687" y="181849"/>
                </a:cubicBezTo>
                <a:cubicBezTo>
                  <a:pt x="235751" y="181788"/>
                  <a:pt x="209389" y="186370"/>
                  <a:pt x="200698" y="187919"/>
                </a:cubicBezTo>
                <a:cubicBezTo>
                  <a:pt x="211990" y="189673"/>
                  <a:pt x="224541" y="192130"/>
                  <a:pt x="233377" y="195268"/>
                </a:cubicBezTo>
                <a:lnTo>
                  <a:pt x="230446" y="195268"/>
                </a:lnTo>
                <a:cubicBezTo>
                  <a:pt x="210772" y="189095"/>
                  <a:pt x="176648" y="185730"/>
                  <a:pt x="174150" y="185483"/>
                </a:cubicBezTo>
                <a:lnTo>
                  <a:pt x="158131" y="195268"/>
                </a:lnTo>
                <a:lnTo>
                  <a:pt x="156355" y="195268"/>
                </a:lnTo>
                <a:lnTo>
                  <a:pt x="173531" y="184781"/>
                </a:lnTo>
                <a:cubicBezTo>
                  <a:pt x="173345" y="183356"/>
                  <a:pt x="172664" y="181664"/>
                  <a:pt x="171652" y="179785"/>
                </a:cubicBezTo>
                <a:lnTo>
                  <a:pt x="171652" y="179785"/>
                </a:lnTo>
                <a:lnTo>
                  <a:pt x="171652" y="179785"/>
                </a:lnTo>
                <a:cubicBezTo>
                  <a:pt x="165748" y="168947"/>
                  <a:pt x="148490" y="152536"/>
                  <a:pt x="146818" y="150967"/>
                </a:cubicBezTo>
                <a:lnTo>
                  <a:pt x="132863" y="151318"/>
                </a:lnTo>
                <a:cubicBezTo>
                  <a:pt x="135485" y="155611"/>
                  <a:pt x="149047" y="178381"/>
                  <a:pt x="153321" y="195268"/>
                </a:cubicBezTo>
                <a:lnTo>
                  <a:pt x="152350" y="195268"/>
                </a:lnTo>
                <a:cubicBezTo>
                  <a:pt x="147829" y="177907"/>
                  <a:pt x="133358" y="153898"/>
                  <a:pt x="131810" y="151338"/>
                </a:cubicBezTo>
                <a:lnTo>
                  <a:pt x="98161" y="152185"/>
                </a:lnTo>
                <a:cubicBezTo>
                  <a:pt x="100659" y="155900"/>
                  <a:pt x="112859" y="174211"/>
                  <a:pt x="124481" y="195268"/>
                </a:cubicBezTo>
                <a:lnTo>
                  <a:pt x="123429" y="195268"/>
                </a:lnTo>
                <a:cubicBezTo>
                  <a:pt x="111228" y="173241"/>
                  <a:pt x="98491" y="154311"/>
                  <a:pt x="97067" y="152226"/>
                </a:cubicBezTo>
                <a:lnTo>
                  <a:pt x="70168" y="152907"/>
                </a:lnTo>
                <a:cubicBezTo>
                  <a:pt x="44941" y="169505"/>
                  <a:pt x="21387" y="184244"/>
                  <a:pt x="1879" y="195268"/>
                </a:cubicBezTo>
                <a:lnTo>
                  <a:pt x="0" y="195268"/>
                </a:lnTo>
                <a:cubicBezTo>
                  <a:pt x="80861" y="149914"/>
                  <a:pt x="233831" y="37943"/>
                  <a:pt x="285089" y="0"/>
                </a:cubicBezTo>
                <a:close/>
                <a:moveTo>
                  <a:pt x="256126" y="22440"/>
                </a:moveTo>
                <a:cubicBezTo>
                  <a:pt x="241634" y="33071"/>
                  <a:pt x="224521" y="45499"/>
                  <a:pt x="205900" y="58876"/>
                </a:cubicBezTo>
                <a:cubicBezTo>
                  <a:pt x="219690" y="73698"/>
                  <a:pt x="241552" y="82801"/>
                  <a:pt x="245144" y="84226"/>
                </a:cubicBezTo>
                <a:close/>
                <a:moveTo>
                  <a:pt x="244979" y="85155"/>
                </a:moveTo>
                <a:cubicBezTo>
                  <a:pt x="241882" y="83937"/>
                  <a:pt x="219277" y="74668"/>
                  <a:pt x="205157" y="59412"/>
                </a:cubicBezTo>
                <a:cubicBezTo>
                  <a:pt x="200760" y="62571"/>
                  <a:pt x="196280" y="65771"/>
                  <a:pt x="191718" y="69032"/>
                </a:cubicBezTo>
                <a:lnTo>
                  <a:pt x="202288" y="88478"/>
                </a:lnTo>
                <a:cubicBezTo>
                  <a:pt x="211887" y="93990"/>
                  <a:pt x="241139" y="89015"/>
                  <a:pt x="244401" y="88437"/>
                </a:cubicBezTo>
                <a:close/>
                <a:moveTo>
                  <a:pt x="244215" y="89387"/>
                </a:moveTo>
                <a:cubicBezTo>
                  <a:pt x="239673" y="90213"/>
                  <a:pt x="213704" y="94506"/>
                  <a:pt x="203051" y="89903"/>
                </a:cubicBezTo>
                <a:lnTo>
                  <a:pt x="207490" y="98098"/>
                </a:lnTo>
                <a:cubicBezTo>
                  <a:pt x="216903" y="106955"/>
                  <a:pt x="236763" y="112136"/>
                  <a:pt x="240045" y="112921"/>
                </a:cubicBezTo>
                <a:close/>
                <a:moveTo>
                  <a:pt x="259842" y="135794"/>
                </a:moveTo>
                <a:lnTo>
                  <a:pt x="248529" y="141533"/>
                </a:lnTo>
                <a:cubicBezTo>
                  <a:pt x="247043" y="145620"/>
                  <a:pt x="250449" y="153588"/>
                  <a:pt x="250986" y="154806"/>
                </a:cubicBezTo>
                <a:lnTo>
                  <a:pt x="267563" y="161722"/>
                </a:lnTo>
                <a:cubicBezTo>
                  <a:pt x="265437" y="157573"/>
                  <a:pt x="258542" y="143349"/>
                  <a:pt x="259842" y="135794"/>
                </a:cubicBezTo>
                <a:close/>
                <a:moveTo>
                  <a:pt x="222044" y="155178"/>
                </a:moveTo>
                <a:lnTo>
                  <a:pt x="232510" y="148799"/>
                </a:lnTo>
                <a:lnTo>
                  <a:pt x="219608" y="149129"/>
                </a:lnTo>
                <a:cubicBezTo>
                  <a:pt x="220784" y="150182"/>
                  <a:pt x="222436" y="152226"/>
                  <a:pt x="222044" y="155178"/>
                </a:cubicBezTo>
                <a:close/>
                <a:moveTo>
                  <a:pt x="247415" y="142090"/>
                </a:moveTo>
                <a:lnTo>
                  <a:pt x="235317" y="148262"/>
                </a:lnTo>
                <a:lnTo>
                  <a:pt x="249768" y="154290"/>
                </a:lnTo>
                <a:cubicBezTo>
                  <a:pt x="248777" y="151896"/>
                  <a:pt x="246610" y="146012"/>
                  <a:pt x="247415" y="142090"/>
                </a:cubicBezTo>
                <a:close/>
                <a:moveTo>
                  <a:pt x="235441" y="138746"/>
                </a:moveTo>
                <a:cubicBezTo>
                  <a:pt x="234223" y="139117"/>
                  <a:pt x="231787" y="139448"/>
                  <a:pt x="229042" y="137817"/>
                </a:cubicBezTo>
                <a:lnTo>
                  <a:pt x="233996" y="146921"/>
                </a:lnTo>
                <a:close/>
                <a:moveTo>
                  <a:pt x="235049" y="146260"/>
                </a:moveTo>
                <a:lnTo>
                  <a:pt x="240933" y="137590"/>
                </a:lnTo>
                <a:cubicBezTo>
                  <a:pt x="240189" y="136908"/>
                  <a:pt x="238311" y="135030"/>
                  <a:pt x="237382" y="133089"/>
                </a:cubicBezTo>
                <a:close/>
                <a:moveTo>
                  <a:pt x="227721" y="137301"/>
                </a:moveTo>
                <a:cubicBezTo>
                  <a:pt x="226833" y="139448"/>
                  <a:pt x="224273" y="144753"/>
                  <a:pt x="219773" y="148200"/>
                </a:cubicBezTo>
                <a:lnTo>
                  <a:pt x="233439" y="147849"/>
                </a:lnTo>
                <a:close/>
                <a:moveTo>
                  <a:pt x="228010" y="135917"/>
                </a:moveTo>
                <a:cubicBezTo>
                  <a:pt x="231560" y="139035"/>
                  <a:pt x="234801" y="138044"/>
                  <a:pt x="235627" y="137713"/>
                </a:cubicBezTo>
                <a:lnTo>
                  <a:pt x="236763" y="131355"/>
                </a:lnTo>
                <a:cubicBezTo>
                  <a:pt x="235049" y="131768"/>
                  <a:pt x="230590" y="132181"/>
                  <a:pt x="223778" y="128114"/>
                </a:cubicBezTo>
                <a:close/>
                <a:moveTo>
                  <a:pt x="236948" y="130344"/>
                </a:moveTo>
                <a:lnTo>
                  <a:pt x="238208" y="123222"/>
                </a:lnTo>
                <a:cubicBezTo>
                  <a:pt x="235627" y="123057"/>
                  <a:pt x="224335" y="121962"/>
                  <a:pt x="217192" y="115976"/>
                </a:cubicBezTo>
                <a:lnTo>
                  <a:pt x="222890" y="126463"/>
                </a:lnTo>
                <a:cubicBezTo>
                  <a:pt x="230941" y="131768"/>
                  <a:pt x="235895" y="130674"/>
                  <a:pt x="236948" y="130344"/>
                </a:cubicBezTo>
                <a:close/>
                <a:moveTo>
                  <a:pt x="237795" y="130757"/>
                </a:moveTo>
                <a:lnTo>
                  <a:pt x="237795" y="130757"/>
                </a:lnTo>
                <a:cubicBezTo>
                  <a:pt x="237464" y="132615"/>
                  <a:pt x="240045" y="135484"/>
                  <a:pt x="241469" y="136826"/>
                </a:cubicBezTo>
                <a:lnTo>
                  <a:pt x="248880" y="125926"/>
                </a:lnTo>
                <a:cubicBezTo>
                  <a:pt x="246816" y="126194"/>
                  <a:pt x="242316" y="126401"/>
                  <a:pt x="239054" y="123696"/>
                </a:cubicBezTo>
                <a:close/>
                <a:moveTo>
                  <a:pt x="241407" y="138560"/>
                </a:moveTo>
                <a:lnTo>
                  <a:pt x="235606" y="147065"/>
                </a:lnTo>
                <a:lnTo>
                  <a:pt x="246733" y="141409"/>
                </a:lnTo>
                <a:cubicBezTo>
                  <a:pt x="245041" y="141058"/>
                  <a:pt x="242336" y="140211"/>
                  <a:pt x="241407" y="138560"/>
                </a:cubicBezTo>
                <a:close/>
                <a:moveTo>
                  <a:pt x="235256" y="149233"/>
                </a:moveTo>
                <a:lnTo>
                  <a:pt x="243802" y="164798"/>
                </a:lnTo>
                <a:cubicBezTo>
                  <a:pt x="244566" y="162527"/>
                  <a:pt x="246589" y="157180"/>
                  <a:pt x="249582" y="155219"/>
                </a:cubicBezTo>
                <a:close/>
                <a:moveTo>
                  <a:pt x="234038" y="148944"/>
                </a:moveTo>
                <a:lnTo>
                  <a:pt x="222766" y="155818"/>
                </a:lnTo>
                <a:cubicBezTo>
                  <a:pt x="226172" y="156272"/>
                  <a:pt x="235359" y="157965"/>
                  <a:pt x="242109" y="163621"/>
                </a:cubicBezTo>
                <a:close/>
                <a:moveTo>
                  <a:pt x="227143" y="136248"/>
                </a:moveTo>
                <a:lnTo>
                  <a:pt x="222622" y="127928"/>
                </a:lnTo>
                <a:cubicBezTo>
                  <a:pt x="221300" y="131335"/>
                  <a:pt x="215974" y="142709"/>
                  <a:pt x="202411" y="148634"/>
                </a:cubicBezTo>
                <a:lnTo>
                  <a:pt x="218121" y="148242"/>
                </a:lnTo>
                <a:cubicBezTo>
                  <a:pt x="223778" y="144629"/>
                  <a:pt x="226688" y="137445"/>
                  <a:pt x="227143" y="136248"/>
                </a:cubicBezTo>
                <a:close/>
                <a:moveTo>
                  <a:pt x="222044" y="126834"/>
                </a:moveTo>
                <a:lnTo>
                  <a:pt x="215334" y="114469"/>
                </a:lnTo>
                <a:cubicBezTo>
                  <a:pt x="212878" y="119196"/>
                  <a:pt x="199707" y="143205"/>
                  <a:pt x="183770" y="149109"/>
                </a:cubicBezTo>
                <a:lnTo>
                  <a:pt x="199769" y="148696"/>
                </a:lnTo>
                <a:cubicBezTo>
                  <a:pt x="216222" y="142709"/>
                  <a:pt x="221466" y="128568"/>
                  <a:pt x="222044" y="126834"/>
                </a:cubicBezTo>
                <a:close/>
                <a:moveTo>
                  <a:pt x="215706" y="113230"/>
                </a:moveTo>
                <a:cubicBezTo>
                  <a:pt x="222209" y="120827"/>
                  <a:pt x="235875" y="122148"/>
                  <a:pt x="238373" y="122313"/>
                </a:cubicBezTo>
                <a:lnTo>
                  <a:pt x="239880" y="113829"/>
                </a:lnTo>
                <a:cubicBezTo>
                  <a:pt x="236907" y="113106"/>
                  <a:pt x="218885" y="108461"/>
                  <a:pt x="208728" y="100369"/>
                </a:cubicBezTo>
                <a:close/>
                <a:moveTo>
                  <a:pt x="239240" y="122623"/>
                </a:moveTo>
                <a:cubicBezTo>
                  <a:pt x="242790" y="126009"/>
                  <a:pt x="248591" y="125080"/>
                  <a:pt x="249603" y="124873"/>
                </a:cubicBezTo>
                <a:lnTo>
                  <a:pt x="253732" y="118825"/>
                </a:lnTo>
                <a:cubicBezTo>
                  <a:pt x="251089" y="118742"/>
                  <a:pt x="243224" y="118226"/>
                  <a:pt x="240623" y="114861"/>
                </a:cubicBezTo>
                <a:close/>
                <a:moveTo>
                  <a:pt x="242027" y="137631"/>
                </a:moveTo>
                <a:cubicBezTo>
                  <a:pt x="242419" y="139551"/>
                  <a:pt x="246382" y="140500"/>
                  <a:pt x="248075" y="140727"/>
                </a:cubicBezTo>
                <a:lnTo>
                  <a:pt x="259429" y="134968"/>
                </a:lnTo>
                <a:cubicBezTo>
                  <a:pt x="257592" y="134080"/>
                  <a:pt x="253422" y="131624"/>
                  <a:pt x="249871" y="126132"/>
                </a:cubicBezTo>
                <a:close/>
                <a:moveTo>
                  <a:pt x="250656" y="155673"/>
                </a:moveTo>
                <a:cubicBezTo>
                  <a:pt x="247167" y="157242"/>
                  <a:pt x="244772" y="164715"/>
                  <a:pt x="244421" y="165913"/>
                </a:cubicBezTo>
                <a:lnTo>
                  <a:pt x="250697" y="177370"/>
                </a:lnTo>
                <a:cubicBezTo>
                  <a:pt x="252555" y="174955"/>
                  <a:pt x="260069" y="165644"/>
                  <a:pt x="267315" y="162610"/>
                </a:cubicBezTo>
                <a:close/>
                <a:moveTo>
                  <a:pt x="243554" y="166243"/>
                </a:moveTo>
                <a:cubicBezTo>
                  <a:pt x="235937" y="158109"/>
                  <a:pt x="222931" y="156726"/>
                  <a:pt x="221486" y="156602"/>
                </a:cubicBezTo>
                <a:lnTo>
                  <a:pt x="216965" y="159369"/>
                </a:lnTo>
                <a:cubicBezTo>
                  <a:pt x="221342" y="161020"/>
                  <a:pt x="240231" y="168369"/>
                  <a:pt x="248715" y="175656"/>
                </a:cubicBezTo>
                <a:close/>
                <a:moveTo>
                  <a:pt x="220970" y="155839"/>
                </a:moveTo>
                <a:cubicBezTo>
                  <a:pt x="222023" y="151792"/>
                  <a:pt x="218761" y="149542"/>
                  <a:pt x="218142" y="149171"/>
                </a:cubicBezTo>
                <a:lnTo>
                  <a:pt x="202535" y="149563"/>
                </a:lnTo>
                <a:cubicBezTo>
                  <a:pt x="206602" y="150987"/>
                  <a:pt x="214178" y="154228"/>
                  <a:pt x="216139" y="158791"/>
                </a:cubicBezTo>
                <a:close/>
                <a:moveTo>
                  <a:pt x="199790" y="149625"/>
                </a:moveTo>
                <a:lnTo>
                  <a:pt x="182160" y="150079"/>
                </a:lnTo>
                <a:cubicBezTo>
                  <a:pt x="187176" y="152453"/>
                  <a:pt x="200677" y="159534"/>
                  <a:pt x="201978" y="167440"/>
                </a:cubicBezTo>
                <a:lnTo>
                  <a:pt x="215334" y="159265"/>
                </a:lnTo>
                <a:cubicBezTo>
                  <a:pt x="213105" y="153650"/>
                  <a:pt x="200781" y="149914"/>
                  <a:pt x="199790" y="149625"/>
                </a:cubicBezTo>
                <a:close/>
                <a:moveTo>
                  <a:pt x="214798" y="113499"/>
                </a:moveTo>
                <a:lnTo>
                  <a:pt x="213683" y="111434"/>
                </a:lnTo>
                <a:cubicBezTo>
                  <a:pt x="195186" y="143184"/>
                  <a:pt x="157656" y="147499"/>
                  <a:pt x="157284" y="147540"/>
                </a:cubicBezTo>
                <a:lnTo>
                  <a:pt x="157264" y="147540"/>
                </a:lnTo>
                <a:cubicBezTo>
                  <a:pt x="155096" y="148428"/>
                  <a:pt x="152846" y="149233"/>
                  <a:pt x="150513" y="149955"/>
                </a:cubicBezTo>
                <a:lnTo>
                  <a:pt x="180096" y="149212"/>
                </a:lnTo>
                <a:cubicBezTo>
                  <a:pt x="197767" y="145847"/>
                  <a:pt x="213415" y="116203"/>
                  <a:pt x="214798" y="113499"/>
                </a:cubicBezTo>
                <a:close/>
                <a:moveTo>
                  <a:pt x="213167" y="110485"/>
                </a:moveTo>
                <a:lnTo>
                  <a:pt x="207159" y="99420"/>
                </a:lnTo>
                <a:cubicBezTo>
                  <a:pt x="204827" y="104622"/>
                  <a:pt x="191202" y="132160"/>
                  <a:pt x="160794" y="146033"/>
                </a:cubicBezTo>
                <a:cubicBezTo>
                  <a:pt x="170682" y="144072"/>
                  <a:pt x="198345" y="136434"/>
                  <a:pt x="213167" y="110485"/>
                </a:cubicBezTo>
                <a:close/>
                <a:moveTo>
                  <a:pt x="268925" y="96509"/>
                </a:moveTo>
                <a:cubicBezTo>
                  <a:pt x="264776" y="98264"/>
                  <a:pt x="253030" y="102454"/>
                  <a:pt x="243616" y="98016"/>
                </a:cubicBezTo>
                <a:lnTo>
                  <a:pt x="240871" y="113437"/>
                </a:lnTo>
                <a:cubicBezTo>
                  <a:pt x="242357" y="117565"/>
                  <a:pt x="252658" y="117875"/>
                  <a:pt x="254351" y="117916"/>
                </a:cubicBezTo>
                <a:close/>
                <a:moveTo>
                  <a:pt x="254702" y="119031"/>
                </a:moveTo>
                <a:lnTo>
                  <a:pt x="250429" y="125286"/>
                </a:lnTo>
                <a:cubicBezTo>
                  <a:pt x="254454" y="131727"/>
                  <a:pt x="259512" y="134039"/>
                  <a:pt x="260482" y="134431"/>
                </a:cubicBezTo>
                <a:lnTo>
                  <a:pt x="276275" y="126401"/>
                </a:lnTo>
                <a:cubicBezTo>
                  <a:pt x="272332" y="125864"/>
                  <a:pt x="261638" y="124068"/>
                  <a:pt x="254702" y="119031"/>
                </a:cubicBezTo>
                <a:close/>
                <a:moveTo>
                  <a:pt x="276832" y="127144"/>
                </a:moveTo>
                <a:lnTo>
                  <a:pt x="260895" y="135236"/>
                </a:lnTo>
                <a:cubicBezTo>
                  <a:pt x="259533" y="140273"/>
                  <a:pt x="263001" y="149584"/>
                  <a:pt x="265808" y="155900"/>
                </a:cubicBezTo>
                <a:cubicBezTo>
                  <a:pt x="269276" y="147168"/>
                  <a:pt x="274540" y="136991"/>
                  <a:pt x="274602" y="136867"/>
                </a:cubicBezTo>
                <a:cubicBezTo>
                  <a:pt x="274623" y="136826"/>
                  <a:pt x="274664" y="136785"/>
                  <a:pt x="274706" y="136743"/>
                </a:cubicBezTo>
                <a:cubicBezTo>
                  <a:pt x="274933" y="133234"/>
                  <a:pt x="275573" y="129931"/>
                  <a:pt x="276832" y="127144"/>
                </a:cubicBezTo>
                <a:close/>
                <a:moveTo>
                  <a:pt x="274623" y="138849"/>
                </a:moveTo>
                <a:cubicBezTo>
                  <a:pt x="272951" y="142172"/>
                  <a:pt x="268987" y="150203"/>
                  <a:pt x="266345" y="157057"/>
                </a:cubicBezTo>
                <a:cubicBezTo>
                  <a:pt x="267584" y="159781"/>
                  <a:pt x="268616" y="161763"/>
                  <a:pt x="268884" y="162279"/>
                </a:cubicBezTo>
                <a:lnTo>
                  <a:pt x="279206" y="166573"/>
                </a:lnTo>
                <a:cubicBezTo>
                  <a:pt x="278091" y="163002"/>
                  <a:pt x="274437" y="150244"/>
                  <a:pt x="274623" y="138849"/>
                </a:cubicBezTo>
                <a:close/>
                <a:moveTo>
                  <a:pt x="257530" y="189818"/>
                </a:moveTo>
                <a:cubicBezTo>
                  <a:pt x="260069" y="186887"/>
                  <a:pt x="272786" y="172415"/>
                  <a:pt x="279020" y="167502"/>
                </a:cubicBezTo>
                <a:lnTo>
                  <a:pt x="268533" y="163126"/>
                </a:lnTo>
                <a:cubicBezTo>
                  <a:pt x="260978" y="165706"/>
                  <a:pt x="252493" y="176544"/>
                  <a:pt x="251192" y="178258"/>
                </a:cubicBezTo>
                <a:close/>
                <a:moveTo>
                  <a:pt x="255755" y="188497"/>
                </a:moveTo>
                <a:lnTo>
                  <a:pt x="250263" y="178485"/>
                </a:lnTo>
                <a:cubicBezTo>
                  <a:pt x="243369" y="170310"/>
                  <a:pt x="218390" y="160876"/>
                  <a:pt x="215954" y="159967"/>
                </a:cubicBezTo>
                <a:lnTo>
                  <a:pt x="202824" y="167998"/>
                </a:lnTo>
                <a:cubicBezTo>
                  <a:pt x="209368" y="169484"/>
                  <a:pt x="242006" y="177287"/>
                  <a:pt x="255755" y="188497"/>
                </a:cubicBezTo>
                <a:close/>
                <a:moveTo>
                  <a:pt x="197890" y="187485"/>
                </a:moveTo>
                <a:cubicBezTo>
                  <a:pt x="200388" y="187031"/>
                  <a:pt x="230177" y="181622"/>
                  <a:pt x="240767" y="180982"/>
                </a:cubicBezTo>
                <a:cubicBezTo>
                  <a:pt x="224438" y="173819"/>
                  <a:pt x="203815" y="169154"/>
                  <a:pt x="201689" y="168679"/>
                </a:cubicBezTo>
                <a:lnTo>
                  <a:pt x="175471" y="184698"/>
                </a:lnTo>
                <a:cubicBezTo>
                  <a:pt x="178816" y="185029"/>
                  <a:pt x="187631" y="185958"/>
                  <a:pt x="197890" y="187485"/>
                </a:cubicBezTo>
                <a:close/>
                <a:moveTo>
                  <a:pt x="174377" y="184265"/>
                </a:moveTo>
                <a:lnTo>
                  <a:pt x="201111" y="167956"/>
                </a:lnTo>
                <a:cubicBezTo>
                  <a:pt x="200533" y="162589"/>
                  <a:pt x="193431" y="157387"/>
                  <a:pt x="187610" y="154001"/>
                </a:cubicBezTo>
                <a:cubicBezTo>
                  <a:pt x="187197" y="157614"/>
                  <a:pt x="184678" y="173757"/>
                  <a:pt x="172685" y="179785"/>
                </a:cubicBezTo>
                <a:cubicBezTo>
                  <a:pt x="173531" y="181416"/>
                  <a:pt x="174130" y="182944"/>
                  <a:pt x="174377" y="184265"/>
                </a:cubicBezTo>
                <a:close/>
                <a:moveTo>
                  <a:pt x="172251" y="178980"/>
                </a:moveTo>
                <a:cubicBezTo>
                  <a:pt x="184389" y="172890"/>
                  <a:pt x="186495" y="155921"/>
                  <a:pt x="186743" y="153506"/>
                </a:cubicBezTo>
                <a:cubicBezTo>
                  <a:pt x="183357" y="151586"/>
                  <a:pt x="180570" y="150347"/>
                  <a:pt x="180054" y="150120"/>
                </a:cubicBezTo>
                <a:lnTo>
                  <a:pt x="148119" y="150925"/>
                </a:lnTo>
                <a:cubicBezTo>
                  <a:pt x="151793" y="154435"/>
                  <a:pt x="166533" y="168741"/>
                  <a:pt x="172251" y="178980"/>
                </a:cubicBezTo>
                <a:close/>
                <a:moveTo>
                  <a:pt x="146921" y="150038"/>
                </a:moveTo>
                <a:cubicBezTo>
                  <a:pt x="188539" y="138952"/>
                  <a:pt x="205322" y="101422"/>
                  <a:pt x="206602" y="98408"/>
                </a:cubicBezTo>
                <a:lnTo>
                  <a:pt x="201813" y="89573"/>
                </a:lnTo>
                <a:cubicBezTo>
                  <a:pt x="196239" y="94857"/>
                  <a:pt x="146384" y="142049"/>
                  <a:pt x="133792" y="150368"/>
                </a:cubicBezTo>
                <a:close/>
                <a:moveTo>
                  <a:pt x="131934" y="150409"/>
                </a:moveTo>
                <a:cubicBezTo>
                  <a:pt x="141347" y="145537"/>
                  <a:pt x="197127" y="92752"/>
                  <a:pt x="201359" y="88726"/>
                </a:cubicBezTo>
                <a:lnTo>
                  <a:pt x="190975" y="69569"/>
                </a:lnTo>
                <a:cubicBezTo>
                  <a:pt x="152990" y="96674"/>
                  <a:pt x="110382" y="126421"/>
                  <a:pt x="71613" y="15193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42"/>
          <p:cNvSpPr txBox="1">
            <a:spLocks noGrp="1"/>
          </p:cNvSpPr>
          <p:nvPr>
            <p:ph type="title"/>
          </p:nvPr>
        </p:nvSpPr>
        <p:spPr>
          <a:xfrm>
            <a:off x="4319844" y="777439"/>
            <a:ext cx="4380175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i="0" dirty="0">
                <a:effectLst/>
                <a:latin typeface="Fontdiner Swanky" panose="020B0604020202020204" charset="0"/>
              </a:rPr>
              <a:t>Curiosidades sobre o Halloween</a:t>
            </a:r>
            <a:endParaRPr sz="4800" dirty="0">
              <a:latin typeface="Fontdiner Swanky" panose="020B0604020202020204" charset="0"/>
            </a:endParaRPr>
          </a:p>
        </p:txBody>
      </p:sp>
      <p:sp>
        <p:nvSpPr>
          <p:cNvPr id="398" name="Google Shape;398;p42"/>
          <p:cNvSpPr txBox="1">
            <a:spLocks noGrp="1"/>
          </p:cNvSpPr>
          <p:nvPr>
            <p:ph type="subTitle" idx="1"/>
          </p:nvPr>
        </p:nvSpPr>
        <p:spPr>
          <a:xfrm>
            <a:off x="4399083" y="1863405"/>
            <a:ext cx="4276499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lang="pt-BR" sz="1600" b="0" i="0" dirty="0" err="1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Stingy</a:t>
            </a: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Jack e a história das lanternas.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A tradição europeia de "</a:t>
            </a:r>
            <a:r>
              <a:rPr lang="pt-BR" sz="1600" b="0" i="0" dirty="0" err="1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Souling</a:t>
            </a: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."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Suspensão temporária da tradição de "doces ou travessuras" durante a Segunda Guerra Mundial.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pt-BR" sz="1600" b="0" i="0" dirty="0">
                <a:solidFill>
                  <a:schemeClr val="bg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O Halloween como a segunda maior festividade para o comércio norte-americano.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400" name="Google Shape;400;p42"/>
          <p:cNvSpPr txBox="1">
            <a:spLocks noGrp="1"/>
          </p:cNvSpPr>
          <p:nvPr>
            <p:ph type="subTitle" idx="3"/>
          </p:nvPr>
        </p:nvSpPr>
        <p:spPr>
          <a:xfrm>
            <a:off x="9441627" y="4174492"/>
            <a:ext cx="13983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1" name="Google Shape;401;p42"/>
          <p:cNvSpPr txBox="1">
            <a:spLocks noGrp="1"/>
          </p:cNvSpPr>
          <p:nvPr>
            <p:ph type="subTitle" idx="4"/>
          </p:nvPr>
        </p:nvSpPr>
        <p:spPr>
          <a:xfrm>
            <a:off x="9277947" y="3548285"/>
            <a:ext cx="1398300" cy="3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2" name="Google Shape;402;p42"/>
          <p:cNvSpPr txBox="1">
            <a:spLocks noGrp="1"/>
          </p:cNvSpPr>
          <p:nvPr>
            <p:ph type="subTitle" idx="5"/>
          </p:nvPr>
        </p:nvSpPr>
        <p:spPr>
          <a:xfrm>
            <a:off x="9441627" y="2330461"/>
            <a:ext cx="13983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3" name="Google Shape;403;p42"/>
          <p:cNvSpPr txBox="1">
            <a:spLocks noGrp="1"/>
          </p:cNvSpPr>
          <p:nvPr>
            <p:ph type="subTitle" idx="6"/>
          </p:nvPr>
        </p:nvSpPr>
        <p:spPr>
          <a:xfrm>
            <a:off x="9277947" y="3207123"/>
            <a:ext cx="1398300" cy="3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Jupiter</a:t>
            </a:r>
            <a:endParaRPr dirty="0"/>
          </a:p>
        </p:txBody>
      </p:sp>
      <p:sp>
        <p:nvSpPr>
          <p:cNvPr id="404" name="Google Shape;404;p42"/>
          <p:cNvSpPr txBox="1">
            <a:spLocks noGrp="1"/>
          </p:cNvSpPr>
          <p:nvPr>
            <p:ph type="subTitle" idx="7"/>
          </p:nvPr>
        </p:nvSpPr>
        <p:spPr>
          <a:xfrm>
            <a:off x="5794192" y="5143086"/>
            <a:ext cx="13983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5" name="Google Shape;405;p42"/>
          <p:cNvSpPr txBox="1">
            <a:spLocks noGrp="1"/>
          </p:cNvSpPr>
          <p:nvPr>
            <p:ph type="subTitle" idx="8"/>
          </p:nvPr>
        </p:nvSpPr>
        <p:spPr>
          <a:xfrm>
            <a:off x="4154225" y="5326947"/>
            <a:ext cx="1398300" cy="3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06" name="Google Shape;406;p4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-50"/>
            <a:ext cx="34268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2"/>
          <p:cNvSpPr/>
          <p:nvPr/>
        </p:nvSpPr>
        <p:spPr>
          <a:xfrm>
            <a:off x="3273455" y="-550076"/>
            <a:ext cx="365250" cy="6296575"/>
          </a:xfrm>
          <a:custGeom>
            <a:avLst/>
            <a:gdLst/>
            <a:ahLst/>
            <a:cxnLst/>
            <a:rect l="l" t="t" r="r" b="b"/>
            <a:pathLst>
              <a:path w="14610" h="251863" extrusionOk="0">
                <a:moveTo>
                  <a:pt x="14555" y="0"/>
                </a:moveTo>
                <a:cubicBezTo>
                  <a:pt x="13730" y="-29"/>
                  <a:pt x="2621" y="24522"/>
                  <a:pt x="1031" y="54433"/>
                </a:cubicBezTo>
                <a:cubicBezTo>
                  <a:pt x="-559" y="84344"/>
                  <a:pt x="5172" y="146563"/>
                  <a:pt x="5013" y="179464"/>
                </a:cubicBezTo>
                <a:cubicBezTo>
                  <a:pt x="4854" y="212365"/>
                  <a:pt x="-713" y="250825"/>
                  <a:pt x="77" y="251841"/>
                </a:cubicBezTo>
                <a:cubicBezTo>
                  <a:pt x="867" y="252857"/>
                  <a:pt x="8771" y="218430"/>
                  <a:pt x="9755" y="185558"/>
                </a:cubicBezTo>
                <a:cubicBezTo>
                  <a:pt x="10739" y="152686"/>
                  <a:pt x="5181" y="85534"/>
                  <a:pt x="5981" y="54608"/>
                </a:cubicBezTo>
                <a:cubicBezTo>
                  <a:pt x="6781" y="23682"/>
                  <a:pt x="15380" y="29"/>
                  <a:pt x="14555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8" name="Google Shape;408;p42"/>
          <p:cNvSpPr/>
          <p:nvPr/>
        </p:nvSpPr>
        <p:spPr>
          <a:xfrm flipH="1">
            <a:off x="8331548" y="138515"/>
            <a:ext cx="734035" cy="571921"/>
          </a:xfrm>
          <a:custGeom>
            <a:avLst/>
            <a:gdLst/>
            <a:ahLst/>
            <a:cxnLst/>
            <a:rect l="l" t="t" r="r" b="b"/>
            <a:pathLst>
              <a:path w="281509" h="219337" extrusionOk="0">
                <a:moveTo>
                  <a:pt x="128587" y="116910"/>
                </a:moveTo>
                <a:cubicBezTo>
                  <a:pt x="139286" y="88792"/>
                  <a:pt x="158858" y="111300"/>
                  <a:pt x="158858" y="111300"/>
                </a:cubicBezTo>
                <a:cubicBezTo>
                  <a:pt x="164338" y="91337"/>
                  <a:pt x="180257" y="106864"/>
                  <a:pt x="180257" y="106864"/>
                </a:cubicBezTo>
                <a:cubicBezTo>
                  <a:pt x="180192" y="95120"/>
                  <a:pt x="192391" y="99752"/>
                  <a:pt x="192391" y="99752"/>
                </a:cubicBezTo>
                <a:cubicBezTo>
                  <a:pt x="189651" y="95838"/>
                  <a:pt x="190043" y="91597"/>
                  <a:pt x="190630" y="88335"/>
                </a:cubicBezTo>
                <a:cubicBezTo>
                  <a:pt x="193435" y="90619"/>
                  <a:pt x="199502" y="91402"/>
                  <a:pt x="203743" y="88923"/>
                </a:cubicBezTo>
                <a:cubicBezTo>
                  <a:pt x="207918" y="86444"/>
                  <a:pt x="210202" y="80768"/>
                  <a:pt x="209549" y="77179"/>
                </a:cubicBezTo>
                <a:cubicBezTo>
                  <a:pt x="212746" y="78223"/>
                  <a:pt x="216595" y="79985"/>
                  <a:pt x="218683" y="84291"/>
                </a:cubicBezTo>
                <a:cubicBezTo>
                  <a:pt x="218683" y="84291"/>
                  <a:pt x="220575" y="71373"/>
                  <a:pt x="230817" y="77114"/>
                </a:cubicBezTo>
                <a:cubicBezTo>
                  <a:pt x="230817" y="77114"/>
                  <a:pt x="224946" y="55650"/>
                  <a:pt x="245105" y="60543"/>
                </a:cubicBezTo>
                <a:cubicBezTo>
                  <a:pt x="245105" y="60543"/>
                  <a:pt x="234928" y="32490"/>
                  <a:pt x="264677" y="36796"/>
                </a:cubicBezTo>
                <a:cubicBezTo>
                  <a:pt x="264677" y="36796"/>
                  <a:pt x="252477" y="19899"/>
                  <a:pt x="281509" y="14615"/>
                </a:cubicBezTo>
                <a:cubicBezTo>
                  <a:pt x="281509" y="14615"/>
                  <a:pt x="253912" y="1"/>
                  <a:pt x="207266" y="40189"/>
                </a:cubicBezTo>
                <a:cubicBezTo>
                  <a:pt x="208571" y="47952"/>
                  <a:pt x="206679" y="55911"/>
                  <a:pt x="202047" y="62240"/>
                </a:cubicBezTo>
                <a:cubicBezTo>
                  <a:pt x="201786" y="61652"/>
                  <a:pt x="201460" y="61065"/>
                  <a:pt x="201068" y="60543"/>
                </a:cubicBezTo>
                <a:cubicBezTo>
                  <a:pt x="200351" y="59695"/>
                  <a:pt x="200155" y="58521"/>
                  <a:pt x="200481" y="57477"/>
                </a:cubicBezTo>
                <a:cubicBezTo>
                  <a:pt x="196958" y="59173"/>
                  <a:pt x="196567" y="62762"/>
                  <a:pt x="196567" y="64523"/>
                </a:cubicBezTo>
                <a:cubicBezTo>
                  <a:pt x="192326" y="65241"/>
                  <a:pt x="188542" y="67459"/>
                  <a:pt x="185933" y="70786"/>
                </a:cubicBezTo>
                <a:cubicBezTo>
                  <a:pt x="184367" y="69938"/>
                  <a:pt x="181040" y="68568"/>
                  <a:pt x="177843" y="70786"/>
                </a:cubicBezTo>
                <a:cubicBezTo>
                  <a:pt x="178887" y="70982"/>
                  <a:pt x="179800" y="71765"/>
                  <a:pt x="180192" y="72808"/>
                </a:cubicBezTo>
                <a:cubicBezTo>
                  <a:pt x="180518" y="73396"/>
                  <a:pt x="180844" y="73983"/>
                  <a:pt x="181235" y="74505"/>
                </a:cubicBezTo>
                <a:cubicBezTo>
                  <a:pt x="173407" y="75483"/>
                  <a:pt x="165578" y="73265"/>
                  <a:pt x="159445" y="68307"/>
                </a:cubicBezTo>
                <a:cubicBezTo>
                  <a:pt x="101708" y="89640"/>
                  <a:pt x="100991" y="120890"/>
                  <a:pt x="100991" y="120890"/>
                </a:cubicBezTo>
                <a:cubicBezTo>
                  <a:pt x="119780" y="98056"/>
                  <a:pt x="128587" y="116910"/>
                  <a:pt x="128587" y="116910"/>
                </a:cubicBezTo>
                <a:close/>
                <a:moveTo>
                  <a:pt x="18985" y="196177"/>
                </a:moveTo>
                <a:cubicBezTo>
                  <a:pt x="38687" y="183781"/>
                  <a:pt x="40318" y="206876"/>
                  <a:pt x="40318" y="206876"/>
                </a:cubicBezTo>
                <a:cubicBezTo>
                  <a:pt x="53040" y="197025"/>
                  <a:pt x="55649" y="214183"/>
                  <a:pt x="55649" y="214183"/>
                </a:cubicBezTo>
                <a:cubicBezTo>
                  <a:pt x="61129" y="206811"/>
                  <a:pt x="66544" y="215422"/>
                  <a:pt x="66544" y="215422"/>
                </a:cubicBezTo>
                <a:cubicBezTo>
                  <a:pt x="66675" y="211704"/>
                  <a:pt x="68828" y="209225"/>
                  <a:pt x="70785" y="207463"/>
                </a:cubicBezTo>
                <a:cubicBezTo>
                  <a:pt x="71437" y="210269"/>
                  <a:pt x="74830" y="213531"/>
                  <a:pt x="78614" y="213987"/>
                </a:cubicBezTo>
                <a:cubicBezTo>
                  <a:pt x="82332" y="214379"/>
                  <a:pt x="86442" y="211965"/>
                  <a:pt x="87682" y="209420"/>
                </a:cubicBezTo>
                <a:cubicBezTo>
                  <a:pt x="89182" y="211573"/>
                  <a:pt x="90748" y="214444"/>
                  <a:pt x="90031" y="218097"/>
                </a:cubicBezTo>
                <a:cubicBezTo>
                  <a:pt x="90031" y="218097"/>
                  <a:pt x="97272" y="210986"/>
                  <a:pt x="100860" y="219337"/>
                </a:cubicBezTo>
                <a:cubicBezTo>
                  <a:pt x="100860" y="219337"/>
                  <a:pt x="107319" y="203288"/>
                  <a:pt x="117496" y="215749"/>
                </a:cubicBezTo>
                <a:cubicBezTo>
                  <a:pt x="117496" y="215749"/>
                  <a:pt x="124281" y="193632"/>
                  <a:pt x="140722" y="210203"/>
                </a:cubicBezTo>
                <a:cubicBezTo>
                  <a:pt x="140722" y="210203"/>
                  <a:pt x="141048" y="194024"/>
                  <a:pt x="161533" y="204332"/>
                </a:cubicBezTo>
                <a:cubicBezTo>
                  <a:pt x="161533" y="204332"/>
                  <a:pt x="151225" y="182346"/>
                  <a:pt x="103535" y="185412"/>
                </a:cubicBezTo>
                <a:cubicBezTo>
                  <a:pt x="100730" y="190827"/>
                  <a:pt x="95902" y="194872"/>
                  <a:pt x="90031" y="196633"/>
                </a:cubicBezTo>
                <a:cubicBezTo>
                  <a:pt x="90161" y="196177"/>
                  <a:pt x="90226" y="195655"/>
                  <a:pt x="90226" y="195133"/>
                </a:cubicBezTo>
                <a:cubicBezTo>
                  <a:pt x="90161" y="194285"/>
                  <a:pt x="90552" y="193437"/>
                  <a:pt x="91270" y="192980"/>
                </a:cubicBezTo>
                <a:cubicBezTo>
                  <a:pt x="89052" y="192589"/>
                  <a:pt x="86769" y="193632"/>
                  <a:pt x="85529" y="195524"/>
                </a:cubicBezTo>
                <a:cubicBezTo>
                  <a:pt x="82593" y="193959"/>
                  <a:pt x="79201" y="193567"/>
                  <a:pt x="76004" y="194415"/>
                </a:cubicBezTo>
                <a:cubicBezTo>
                  <a:pt x="75482" y="193176"/>
                  <a:pt x="74047" y="190762"/>
                  <a:pt x="70981" y="190631"/>
                </a:cubicBezTo>
                <a:cubicBezTo>
                  <a:pt x="71568" y="191284"/>
                  <a:pt x="71763" y="192197"/>
                  <a:pt x="71568" y="192980"/>
                </a:cubicBezTo>
                <a:cubicBezTo>
                  <a:pt x="71437" y="193502"/>
                  <a:pt x="71372" y="194024"/>
                  <a:pt x="71372" y="194546"/>
                </a:cubicBezTo>
                <a:cubicBezTo>
                  <a:pt x="66088" y="191479"/>
                  <a:pt x="62239" y="186391"/>
                  <a:pt x="60738" y="180519"/>
                </a:cubicBezTo>
                <a:cubicBezTo>
                  <a:pt x="15005" y="166688"/>
                  <a:pt x="0" y="185738"/>
                  <a:pt x="0" y="185738"/>
                </a:cubicBezTo>
                <a:cubicBezTo>
                  <a:pt x="22312" y="180324"/>
                  <a:pt x="18985" y="196177"/>
                  <a:pt x="18985" y="19617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2C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801BB4-EE1F-F803-295E-A3715E18636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9441627" y="1677625"/>
            <a:ext cx="1398300" cy="372000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9446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9"/>
          <p:cNvSpPr txBox="1">
            <a:spLocks noGrp="1"/>
          </p:cNvSpPr>
          <p:nvPr>
            <p:ph type="title"/>
          </p:nvPr>
        </p:nvSpPr>
        <p:spPr>
          <a:xfrm flipH="1">
            <a:off x="9331637" y="1435650"/>
            <a:ext cx="3283800" cy="22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4" name="Google Shape;894;p59"/>
          <p:cNvSpPr txBox="1">
            <a:spLocks noGrp="1"/>
          </p:cNvSpPr>
          <p:nvPr>
            <p:ph type="subTitle" idx="1"/>
          </p:nvPr>
        </p:nvSpPr>
        <p:spPr>
          <a:xfrm flipH="1">
            <a:off x="9696475" y="3519704"/>
            <a:ext cx="3306300" cy="12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895" name="Google Shape;895;p59"/>
          <p:cNvPicPr preferRelativeResize="0"/>
          <p:nvPr/>
        </p:nvPicPr>
        <p:blipFill rotWithShape="1">
          <a:blip r:embed="rId3">
            <a:alphaModFix/>
          </a:blip>
          <a:srcRect l="11327" t="23203" r="48659" b="5662"/>
          <a:stretch/>
        </p:blipFill>
        <p:spPr>
          <a:xfrm>
            <a:off x="709413" y="814500"/>
            <a:ext cx="3514200" cy="3514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" name="Imagem 2" descr="Código QR&#10;&#10;Descrição gerada automaticamente">
            <a:extLst>
              <a:ext uri="{FF2B5EF4-FFF2-40B4-BE49-F238E27FC236}">
                <a16:creationId xmlns:a16="http://schemas.microsoft.com/office/drawing/2014/main" id="{21A88DC3-F6FA-9DD2-6898-5A6547798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106" y="817521"/>
            <a:ext cx="3514200" cy="3514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pooky Season: Halloween Pumpkins Carving Workshop by Slidesgo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2CC"/>
      </a:accent1>
      <a:accent2>
        <a:srgbClr val="FF8E70"/>
      </a:accent2>
      <a:accent3>
        <a:srgbClr val="45ABF3"/>
      </a:accent3>
      <a:accent4>
        <a:srgbClr val="FF3400"/>
      </a:accent4>
      <a:accent5>
        <a:srgbClr val="FF8200"/>
      </a:accent5>
      <a:accent6>
        <a:srgbClr val="FFFFFF"/>
      </a:accent6>
      <a:hlink>
        <a:srgbClr val="FFF2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337</Words>
  <Application>Microsoft Office PowerPoint</Application>
  <PresentationFormat>Apresentação na tela (16:9)</PresentationFormat>
  <Paragraphs>45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Aharoni</vt:lpstr>
      <vt:lpstr>Stoke</vt:lpstr>
      <vt:lpstr>Arial</vt:lpstr>
      <vt:lpstr>Wingdings</vt:lpstr>
      <vt:lpstr>Baskerville Old Face</vt:lpstr>
      <vt:lpstr>Fontdiner Swanky</vt:lpstr>
      <vt:lpstr>Assistant</vt:lpstr>
      <vt:lpstr>Croissant One</vt:lpstr>
      <vt:lpstr>Spooky Season: Halloween Pumpkins Carving Workshop by Slidesgo</vt:lpstr>
      <vt:lpstr>Halloween: Tradições e Origens de uma Festa Popular</vt:lpstr>
      <vt:lpstr>Assuntos Abordados</vt:lpstr>
      <vt:lpstr>Introdução ao Halloween</vt:lpstr>
      <vt:lpstr>Raízes Celtas e o Festival Samhain</vt:lpstr>
      <vt:lpstr>Influência Cristã na Evolução do Halloween</vt:lpstr>
      <vt:lpstr>O Halloween nos Estados Unidos</vt:lpstr>
      <vt:lpstr>Tradições do Halloween</vt:lpstr>
      <vt:lpstr>Halloween no Brasil</vt:lpstr>
      <vt:lpstr>Curiosidades sobre o Halloween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Halloween: Tradições e Origens de uma Festa Popular</dc:title>
  <cp:lastModifiedBy>Vitor Vieira</cp:lastModifiedBy>
  <cp:revision>3</cp:revision>
  <dcterms:modified xsi:type="dcterms:W3CDTF">2023-11-09T23:15:29Z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2023-11-09T21:12:25Z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636cc538-7cb7-4985-9f38-bd60250d0611</vt:lpwstr>
  </property>
  <property fmtid="{D5CDD505-2E9C-101B-9397-08002B2CF9AE}" pid="7" name="MSIP_Label_defa4170-0d19-0005-0004-bc88714345d2_ActionId">
    <vt:lpwstr>e3bffb46-a821-4e19-8869-897a231820c9</vt:lpwstr>
  </property>
  <property fmtid="{D5CDD505-2E9C-101B-9397-08002B2CF9AE}" pid="8" name="MSIP_Label_defa4170-0d19-0005-0004-bc88714345d2_ContentBits">
    <vt:lpwstr>0</vt:lpwstr>
  </property>
</Properties>
</file>